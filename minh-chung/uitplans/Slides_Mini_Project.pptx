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19"/>
  </p:notesMasterIdLst>
  <p:sldIdLst>
    <p:sldId id="256" r:id="rId5"/>
    <p:sldId id="257" r:id="rId6"/>
    <p:sldId id="266" r:id="rId7"/>
    <p:sldId id="259" r:id="rId8"/>
    <p:sldId id="258" r:id="rId9"/>
    <p:sldId id="260" r:id="rId10"/>
    <p:sldId id="261" r:id="rId11"/>
    <p:sldId id="267" r:id="rId12"/>
    <p:sldId id="262" r:id="rId13"/>
    <p:sldId id="268" r:id="rId14"/>
    <p:sldId id="270" r:id="rId15"/>
    <p:sldId id="264" r:id="rId16"/>
    <p:sldId id="265" r:id="rId17"/>
    <p:sldId id="269" r:id="rId18"/>
  </p:sldIdLst>
  <p:sldSz cx="12192000" cy="6858000"/>
  <p:notesSz cx="6858000" cy="12192000"/>
  <p:embeddedFontLst>
    <p:embeddedFont>
      <p:font typeface="Lexend" panose="020B0604020202020204" charset="0"/>
      <p:regular r:id="rId20"/>
    </p:embeddedFont>
    <p:embeddedFont>
      <p:font typeface="Lexend Bold" panose="020B0604020202020204" charset="0"/>
      <p:regular r:id="rId21"/>
    </p:embeddedFont>
    <p:embeddedFont>
      <p:font typeface="Lexend SemiBold" panose="020B0604020202020204" charset="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966F43-EB88-48C5-A3D0-7162C6A7DE55}" v="32" dt="2026-10-12T05:52:48.2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73" autoAdjust="0"/>
    <p:restoredTop sz="94610"/>
  </p:normalViewPr>
  <p:slideViewPr>
    <p:cSldViewPr snapToGrid="0" snapToObjects="1">
      <p:cViewPr varScale="1">
        <p:scale>
          <a:sx n="70" d="100"/>
          <a:sy n="70" d="100"/>
        </p:scale>
        <p:origin x="64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8479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5217D-BAA4-C311-F1C4-F3458A8BA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5AB4D-D342-8047-F58D-29DEC71DE6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3444C-12AE-1D6A-5312-F4AE47F9A9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4DA349-E3E6-6349-95C4-0783FAB5228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871844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Phụ lục, chỉ mở khi phản biện.</a:t>
            </a:r>
          </a:p>
          <a:p>
            <a:endParaRPr/>
          </a:p>
          <a:p>
            <a:endParaRPr/>
          </a:p>
          <a:p>
            <a:endParaRPr/>
          </a:p>
          <a:p>
            <a:r>
              <a:t>Vai trò theo bản bàn giao, chưa thay thế xác nhận của thành viên. Không tính đóng góp theo số commit. MSSV và phần trăm do người dùng xác nhận là chưa chốt. Product Brief riêng cần có đầy đủ thông tin này.</a:t>
            </a:r>
          </a:p>
          <a:p>
            <a:endParaRPr/>
          </a:p>
          <a:p>
            <a:r>
              <a:t>Nguồn: SCRIPT_SLIDES_MINI_PROJECT_20261011.md, bản bàn giao 11/10/2026.</a:t>
            </a:r>
          </a:p>
          <a:p>
            <a:r>
              <a:t>Ảnh Explore: https://uitplans.netlify.app/ ngày 11/10/2026. Ảnh demo: snapshot UI 48686e1 tại origin QA 5188, Guest, dữ liệu riêng. Không coi ảnh Guest là minh chứng Google/cloud.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4F1EA"/>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4F1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1EA"/>
          </a:solidFill>
          <a:ln/>
        </p:spPr>
      </p:sp>
      <p:pic>
        <p:nvPicPr>
          <p:cNvPr id="3"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87903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uitplans.netlify.app/"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660383" y="1479531"/>
            <a:ext cx="5994250" cy="1088132"/>
          </a:xfrm>
          <a:prstGeom prst="rect">
            <a:avLst/>
          </a:prstGeom>
          <a:noFill/>
          <a:ln/>
        </p:spPr>
        <p:txBody>
          <a:bodyPr wrap="none" lIns="0" tIns="0" rIns="0" bIns="0" rtlCol="0" anchor="t"/>
          <a:lstStyle/>
          <a:p>
            <a:pPr marL="0" indent="0" algn="l">
              <a:lnSpc>
                <a:spcPct val="85000"/>
              </a:lnSpc>
              <a:buNone/>
            </a:pPr>
            <a:r>
              <a:rPr lang="en-US" sz="8400" b="1" kern="100" spc="-126" dirty="0">
                <a:solidFill>
                  <a:srgbClr val="000000"/>
                </a:solidFill>
                <a:latin typeface="Lexend Bold" pitchFamily="34" charset="0"/>
                <a:ea typeface="Lexend Bold" pitchFamily="34" charset="-122"/>
                <a:cs typeface="Lexend Bold" pitchFamily="34" charset="-120"/>
              </a:rPr>
              <a:t>uitplans</a:t>
            </a:r>
            <a:r>
              <a:rPr lang="en-US" sz="8400" b="1" kern="100" spc="-126" dirty="0">
                <a:solidFill>
                  <a:srgbClr val="A74127"/>
                </a:solidFill>
                <a:latin typeface="Lexend Bold" pitchFamily="34" charset="0"/>
                <a:ea typeface="Lexend Bold" pitchFamily="34" charset="-122"/>
                <a:cs typeface="Lexend Bold" pitchFamily="34" charset="-120"/>
              </a:rPr>
              <a:t>.</a:t>
            </a:r>
            <a:endParaRPr lang="en-US" sz="8400" dirty="0"/>
          </a:p>
        </p:txBody>
      </p:sp>
      <p:sp>
        <p:nvSpPr>
          <p:cNvPr id="4" name="Text 2"/>
          <p:cNvSpPr/>
          <p:nvPr/>
        </p:nvSpPr>
        <p:spPr>
          <a:xfrm>
            <a:off x="660383" y="3502938"/>
            <a:ext cx="6603835" cy="405110"/>
          </a:xfrm>
          <a:prstGeom prst="rect">
            <a:avLst/>
          </a:prstGeom>
          <a:noFill/>
          <a:ln/>
        </p:spPr>
        <p:txBody>
          <a:bodyPr wrap="none" lIns="0" tIns="0" rIns="0" bIns="0" rtlCol="0" anchor="t"/>
          <a:lstStyle/>
          <a:p>
            <a:pPr marL="0" indent="0" algn="l">
              <a:lnSpc>
                <a:spcPct val="121000"/>
              </a:lnSpc>
              <a:buNone/>
            </a:pPr>
            <a:endParaRPr lang="en-US" sz="2200" dirty="0"/>
          </a:p>
        </p:txBody>
      </p:sp>
      <p:sp>
        <p:nvSpPr>
          <p:cNvPr id="5" name="Text 3"/>
          <p:cNvSpPr/>
          <p:nvPr/>
        </p:nvSpPr>
        <p:spPr>
          <a:xfrm>
            <a:off x="660383" y="2965818"/>
            <a:ext cx="10180442" cy="3571101"/>
          </a:xfrm>
          <a:prstGeom prst="rect">
            <a:avLst/>
          </a:prstGeom>
          <a:noFill/>
          <a:ln/>
        </p:spPr>
        <p:txBody>
          <a:bodyPr wrap="square" lIns="0" tIns="0" rIns="0" bIns="0" rtlCol="0" anchor="t"/>
          <a:lstStyle/>
          <a:p>
            <a:pPr marL="0" indent="0" algn="l">
              <a:lnSpc>
                <a:spcPct val="121000"/>
              </a:lnSpc>
              <a:spcAft>
                <a:spcPts val="1950"/>
              </a:spcAft>
              <a:buNone/>
            </a:pPr>
            <a:r>
              <a:rPr lang="vi-VN" sz="2000" b="1" dirty="0">
                <a:solidFill>
                  <a:srgbClr val="000000"/>
                </a:solidFill>
                <a:latin typeface="Lexend" pitchFamily="34" charset="0"/>
                <a:ea typeface="Lexend" pitchFamily="34" charset="-122"/>
                <a:cs typeface="Lexend" pitchFamily="34" charset="-120"/>
              </a:rPr>
              <a:t>Nhóm thực hiện: </a:t>
            </a:r>
            <a:r>
              <a:rPr lang="vi-VN" sz="2000" dirty="0">
                <a:solidFill>
                  <a:srgbClr val="000000"/>
                </a:solidFill>
                <a:latin typeface="Lexend" pitchFamily="34" charset="0"/>
                <a:ea typeface="Lexend" pitchFamily="34" charset="-122"/>
                <a:cs typeface="Lexend" pitchFamily="34" charset="-120"/>
              </a:rPr>
              <a:t>PHPIsAweSome (“PHP tuyệt quá đi ông cháu </a:t>
            </a:r>
            <a:r>
              <a:rPr lang="en-US" sz="2000" dirty="0">
                <a:solidFill>
                  <a:srgbClr val="000000"/>
                </a:solidFill>
                <a:latin typeface="Lexend" pitchFamily="34" charset="0"/>
                <a:ea typeface="Lexend" pitchFamily="34" charset="-122"/>
                <a:cs typeface="Lexend" pitchFamily="34" charset="-120"/>
              </a:rPr>
              <a:t>à</a:t>
            </a:r>
            <a:r>
              <a:rPr lang="vi-VN" sz="2000" dirty="0">
                <a:solidFill>
                  <a:srgbClr val="000000"/>
                </a:solidFill>
                <a:latin typeface="Lexend" pitchFamily="34" charset="0"/>
                <a:ea typeface="Lexend" pitchFamily="34" charset="-122"/>
                <a:cs typeface="Lexend" pitchFamily="34" charset="-120"/>
              </a:rPr>
              <a:t>”)</a:t>
            </a:r>
          </a:p>
          <a:p>
            <a:pPr fontAlgn="ctr">
              <a:lnSpc>
                <a:spcPct val="150000"/>
              </a:lnSpc>
            </a:pPr>
            <a:r>
              <a:rPr lang="vi-VN" dirty="0">
                <a:solidFill>
                  <a:srgbClr val="000000"/>
                </a:solidFill>
                <a:latin typeface="Lexend" panose="020B0604020202020204" charset="0"/>
              </a:rPr>
              <a:t>24520442 - </a:t>
            </a:r>
            <a:r>
              <a:rPr lang="en-US" dirty="0" err="1">
                <a:latin typeface="Lexend" panose="020B0604020202020204" charset="0"/>
              </a:rPr>
              <a:t>Phạm</a:t>
            </a:r>
            <a:r>
              <a:rPr lang="en-US" dirty="0">
                <a:latin typeface="Lexend" panose="020B0604020202020204" charset="0"/>
              </a:rPr>
              <a:t> </a:t>
            </a:r>
            <a:r>
              <a:rPr lang="en-US" dirty="0" err="1">
                <a:latin typeface="Lexend" panose="020B0604020202020204" charset="0"/>
              </a:rPr>
              <a:t>Tuấn</a:t>
            </a:r>
            <a:r>
              <a:rPr lang="en-US" dirty="0">
                <a:latin typeface="Lexend" panose="020B0604020202020204" charset="0"/>
              </a:rPr>
              <a:t> </a:t>
            </a:r>
            <a:r>
              <a:rPr lang="en-US" dirty="0" err="1">
                <a:latin typeface="Lexend" panose="020B0604020202020204" charset="0"/>
              </a:rPr>
              <a:t>Hải</a:t>
            </a:r>
            <a:endParaRPr lang="en-US" b="0" u="none" strike="noStrike" kern="1200" dirty="0">
              <a:solidFill>
                <a:srgbClr val="000000"/>
              </a:solidFill>
              <a:effectLst/>
              <a:latin typeface="Lexend" panose="020B0604020202020204" charset="0"/>
            </a:endParaRPr>
          </a:p>
          <a:p>
            <a:pPr marL="0" rtl="0" eaLnBrk="1" fontAlgn="ctr" latinLnBrk="0" hangingPunct="1">
              <a:lnSpc>
                <a:spcPct val="150000"/>
              </a:lnSpc>
              <a:spcBef>
                <a:spcPts val="0"/>
              </a:spcBef>
              <a:spcAft>
                <a:spcPts val="0"/>
              </a:spcAft>
            </a:pPr>
            <a:r>
              <a:rPr lang="en-US" b="0" u="none" strike="noStrike" kern="1200" dirty="0">
                <a:solidFill>
                  <a:srgbClr val="000000"/>
                </a:solidFill>
                <a:effectLst/>
                <a:latin typeface="Lexend" panose="020B0604020202020204" charset="0"/>
              </a:rPr>
              <a:t>24520013</a:t>
            </a:r>
            <a:r>
              <a:rPr lang="vi-VN" dirty="0">
                <a:latin typeface="Lexend" panose="020B0604020202020204" charset="0"/>
              </a:rPr>
              <a:t> - </a:t>
            </a:r>
            <a:r>
              <a:rPr lang="en-US" b="0" u="none" strike="noStrike" kern="1200" dirty="0" err="1">
                <a:solidFill>
                  <a:srgbClr val="000000"/>
                </a:solidFill>
                <a:effectLst/>
                <a:latin typeface="Lexend" panose="020B0604020202020204" charset="0"/>
              </a:rPr>
              <a:t>Nguyễn</a:t>
            </a:r>
            <a:r>
              <a:rPr lang="en-US" b="0" u="none" strike="noStrike" kern="1200" dirty="0">
                <a:solidFill>
                  <a:srgbClr val="000000"/>
                </a:solidFill>
                <a:effectLst/>
                <a:latin typeface="Lexend" panose="020B0604020202020204" charset="0"/>
              </a:rPr>
              <a:t> </a:t>
            </a:r>
            <a:r>
              <a:rPr lang="en-US" b="0" u="none" strike="noStrike" kern="1200" dirty="0" err="1">
                <a:solidFill>
                  <a:srgbClr val="000000"/>
                </a:solidFill>
                <a:effectLst/>
                <a:latin typeface="Lexend" panose="020B0604020202020204" charset="0"/>
              </a:rPr>
              <a:t>Thị</a:t>
            </a:r>
            <a:r>
              <a:rPr lang="en-US" b="0" u="none" strike="noStrike" kern="1200" dirty="0">
                <a:solidFill>
                  <a:srgbClr val="000000"/>
                </a:solidFill>
                <a:effectLst/>
                <a:latin typeface="Lexend" panose="020B0604020202020204" charset="0"/>
              </a:rPr>
              <a:t> </a:t>
            </a:r>
            <a:r>
              <a:rPr lang="en-US" b="0" u="none" strike="noStrike" kern="1200" dirty="0" err="1">
                <a:solidFill>
                  <a:srgbClr val="000000"/>
                </a:solidFill>
                <a:effectLst/>
                <a:latin typeface="Lexend" panose="020B0604020202020204" charset="0"/>
              </a:rPr>
              <a:t>Quỳnh</a:t>
            </a:r>
            <a:r>
              <a:rPr lang="en-US" b="0" u="none" strike="noStrike" kern="1200" dirty="0">
                <a:solidFill>
                  <a:srgbClr val="000000"/>
                </a:solidFill>
                <a:effectLst/>
                <a:latin typeface="Lexend" panose="020B0604020202020204" charset="0"/>
              </a:rPr>
              <a:t> </a:t>
            </a:r>
            <a:r>
              <a:rPr lang="vi-VN" b="0" u="none" strike="noStrike" kern="1200" dirty="0">
                <a:solidFill>
                  <a:srgbClr val="000000"/>
                </a:solidFill>
                <a:effectLst/>
                <a:latin typeface="Lexend" panose="020B0604020202020204" charset="0"/>
              </a:rPr>
              <a:t>Hân</a:t>
            </a:r>
            <a:endParaRPr lang="en-US" b="0" u="none" strike="noStrike" dirty="0">
              <a:effectLst/>
              <a:latin typeface="Lexend" panose="020B0604020202020204" charset="0"/>
            </a:endParaRPr>
          </a:p>
          <a:p>
            <a:pPr marL="0" rtl="0" eaLnBrk="1" fontAlgn="ctr" latinLnBrk="0" hangingPunct="1">
              <a:lnSpc>
                <a:spcPct val="150000"/>
              </a:lnSpc>
              <a:spcBef>
                <a:spcPts val="0"/>
              </a:spcBef>
              <a:spcAft>
                <a:spcPts val="0"/>
              </a:spcAft>
            </a:pPr>
            <a:r>
              <a:rPr lang="en-US" b="0" u="none" strike="noStrike" kern="1200" dirty="0">
                <a:solidFill>
                  <a:srgbClr val="000000"/>
                </a:solidFill>
                <a:effectLst/>
                <a:latin typeface="Lexend" panose="020B0604020202020204" charset="0"/>
              </a:rPr>
              <a:t>24520306</a:t>
            </a:r>
            <a:r>
              <a:rPr lang="vi-VN" dirty="0">
                <a:latin typeface="Lexend" panose="020B0604020202020204" charset="0"/>
              </a:rPr>
              <a:t> - </a:t>
            </a:r>
            <a:r>
              <a:rPr lang="en-US" b="0" u="none" strike="noStrike" kern="1200" dirty="0" err="1">
                <a:solidFill>
                  <a:srgbClr val="000000"/>
                </a:solidFill>
                <a:effectLst/>
                <a:latin typeface="Lexend" panose="020B0604020202020204" charset="0"/>
              </a:rPr>
              <a:t>Phạm</a:t>
            </a:r>
            <a:r>
              <a:rPr lang="en-US" b="0" u="none" strike="noStrike" kern="1200" dirty="0">
                <a:solidFill>
                  <a:srgbClr val="000000"/>
                </a:solidFill>
                <a:effectLst/>
                <a:latin typeface="Lexend" panose="020B0604020202020204" charset="0"/>
              </a:rPr>
              <a:t> </a:t>
            </a:r>
            <a:r>
              <a:rPr lang="en-US" b="0" u="none" strike="noStrike" kern="1200" dirty="0" err="1">
                <a:solidFill>
                  <a:srgbClr val="000000"/>
                </a:solidFill>
                <a:effectLst/>
                <a:latin typeface="Lexend" panose="020B0604020202020204" charset="0"/>
              </a:rPr>
              <a:t>Công</a:t>
            </a:r>
            <a:r>
              <a:rPr lang="en-US" b="0" u="none" strike="noStrike" kern="1200" dirty="0">
                <a:solidFill>
                  <a:srgbClr val="000000"/>
                </a:solidFill>
                <a:effectLst/>
                <a:latin typeface="Lexend" panose="020B0604020202020204" charset="0"/>
              </a:rPr>
              <a:t> </a:t>
            </a:r>
            <a:r>
              <a:rPr lang="en-US" b="0" u="none" strike="noStrike" kern="1200" dirty="0" err="1">
                <a:solidFill>
                  <a:srgbClr val="000000"/>
                </a:solidFill>
                <a:effectLst/>
                <a:latin typeface="Lexend" panose="020B0604020202020204" charset="0"/>
              </a:rPr>
              <a:t>Định</a:t>
            </a:r>
            <a:endParaRPr lang="en-US" b="0" u="none" strike="noStrike" dirty="0">
              <a:effectLst/>
              <a:latin typeface="Lexend" panose="020B0604020202020204" charset="0"/>
            </a:endParaRPr>
          </a:p>
          <a:p>
            <a:pPr marL="0" rtl="0" eaLnBrk="1" fontAlgn="ctr" latinLnBrk="0" hangingPunct="1">
              <a:lnSpc>
                <a:spcPct val="150000"/>
              </a:lnSpc>
              <a:spcBef>
                <a:spcPts val="0"/>
              </a:spcBef>
              <a:spcAft>
                <a:spcPts val="0"/>
              </a:spcAft>
            </a:pPr>
            <a:r>
              <a:rPr lang="en-US" b="0" u="none" strike="noStrike" kern="1200" dirty="0">
                <a:solidFill>
                  <a:srgbClr val="000000"/>
                </a:solidFill>
                <a:effectLst/>
                <a:latin typeface="Lexend" panose="020B0604020202020204" charset="0"/>
              </a:rPr>
              <a:t>24520486</a:t>
            </a:r>
            <a:r>
              <a:rPr lang="vi-VN" b="0" u="none" strike="noStrike" kern="1200" dirty="0">
                <a:solidFill>
                  <a:srgbClr val="000000"/>
                </a:solidFill>
                <a:effectLst/>
                <a:latin typeface="Lexend" panose="020B0604020202020204" charset="0"/>
              </a:rPr>
              <a:t> - </a:t>
            </a:r>
            <a:r>
              <a:rPr lang="en-US" b="0" u="none" strike="noStrike" kern="1200" dirty="0">
                <a:solidFill>
                  <a:srgbClr val="000000"/>
                </a:solidFill>
                <a:effectLst/>
                <a:latin typeface="Lexend" panose="020B0604020202020204" charset="0"/>
              </a:rPr>
              <a:t>Chung Minh </a:t>
            </a:r>
            <a:r>
              <a:rPr lang="en-US" b="0" u="none" strike="noStrike" kern="1200" dirty="0" err="1">
                <a:solidFill>
                  <a:srgbClr val="000000"/>
                </a:solidFill>
                <a:effectLst/>
                <a:latin typeface="Lexend" panose="020B0604020202020204" charset="0"/>
              </a:rPr>
              <a:t>Hiếu</a:t>
            </a:r>
            <a:endParaRPr lang="en-US" b="0" u="none" strike="noStrike" dirty="0">
              <a:effectLst/>
              <a:latin typeface="Lexend" panose="020B0604020202020204" charset="0"/>
            </a:endParaRPr>
          </a:p>
          <a:p>
            <a:pPr marL="0" rtl="0" eaLnBrk="1" fontAlgn="ctr" latinLnBrk="0" hangingPunct="1">
              <a:lnSpc>
                <a:spcPct val="150000"/>
              </a:lnSpc>
              <a:spcBef>
                <a:spcPts val="0"/>
              </a:spcBef>
              <a:spcAft>
                <a:spcPts val="0"/>
              </a:spcAft>
            </a:pPr>
            <a:r>
              <a:rPr lang="en-US" b="0" u="none" strike="noStrike" kern="1200" dirty="0">
                <a:solidFill>
                  <a:srgbClr val="000000"/>
                </a:solidFill>
                <a:effectLst/>
                <a:latin typeface="Lexend" panose="020B0604020202020204" charset="0"/>
              </a:rPr>
              <a:t>24520495</a:t>
            </a:r>
            <a:r>
              <a:rPr lang="vi-VN" b="0" u="none" strike="noStrike" kern="1200" dirty="0">
                <a:solidFill>
                  <a:srgbClr val="000000"/>
                </a:solidFill>
                <a:effectLst/>
                <a:latin typeface="Lexend" panose="020B0604020202020204" charset="0"/>
              </a:rPr>
              <a:t> - </a:t>
            </a:r>
            <a:r>
              <a:rPr lang="en-US" b="0" u="none" strike="noStrike" kern="1200" dirty="0">
                <a:solidFill>
                  <a:srgbClr val="000000"/>
                </a:solidFill>
                <a:effectLst/>
                <a:latin typeface="Lexend" panose="020B0604020202020204" charset="0"/>
              </a:rPr>
              <a:t>Lê </a:t>
            </a:r>
            <a:r>
              <a:rPr lang="en-US" b="0" u="none" strike="noStrike" kern="1200" dirty="0" err="1">
                <a:solidFill>
                  <a:srgbClr val="000000"/>
                </a:solidFill>
                <a:effectLst/>
                <a:latin typeface="Lexend" panose="020B0604020202020204" charset="0"/>
              </a:rPr>
              <a:t>Nguyễn</a:t>
            </a:r>
            <a:r>
              <a:rPr lang="en-US" b="0" u="none" strike="noStrike" kern="1200" dirty="0">
                <a:solidFill>
                  <a:srgbClr val="000000"/>
                </a:solidFill>
                <a:effectLst/>
                <a:latin typeface="Lexend" panose="020B0604020202020204" charset="0"/>
              </a:rPr>
              <a:t> </a:t>
            </a:r>
            <a:r>
              <a:rPr lang="en-US" b="0" u="none" strike="noStrike" kern="1200" dirty="0" err="1">
                <a:solidFill>
                  <a:srgbClr val="000000"/>
                </a:solidFill>
                <a:effectLst/>
                <a:latin typeface="Lexend" panose="020B0604020202020204" charset="0"/>
              </a:rPr>
              <a:t>Hữu</a:t>
            </a:r>
            <a:r>
              <a:rPr lang="en-US" b="0" u="none" strike="noStrike" kern="1200" dirty="0">
                <a:solidFill>
                  <a:srgbClr val="000000"/>
                </a:solidFill>
                <a:effectLst/>
                <a:latin typeface="Lexend" panose="020B0604020202020204" charset="0"/>
              </a:rPr>
              <a:t> </a:t>
            </a:r>
            <a:r>
              <a:rPr lang="en-US" b="0" u="none" strike="noStrike" kern="1200" dirty="0" err="1">
                <a:solidFill>
                  <a:srgbClr val="000000"/>
                </a:solidFill>
                <a:effectLst/>
                <a:latin typeface="Lexend" panose="020B0604020202020204" charset="0"/>
              </a:rPr>
              <a:t>Hiếu</a:t>
            </a:r>
            <a:endParaRPr lang="en-US" b="0" u="none" strike="noStrike" dirty="0">
              <a:effectLst/>
              <a:latin typeface="Lexend" panose="020B0604020202020204" charset="0"/>
            </a:endParaRPr>
          </a:p>
          <a:p>
            <a:pPr marL="0" rtl="0" eaLnBrk="1" fontAlgn="ctr" latinLnBrk="0" hangingPunct="1">
              <a:lnSpc>
                <a:spcPct val="150000"/>
              </a:lnSpc>
              <a:spcBef>
                <a:spcPts val="0"/>
              </a:spcBef>
              <a:spcAft>
                <a:spcPts val="0"/>
              </a:spcAft>
            </a:pPr>
            <a:r>
              <a:rPr lang="en-US" b="0" u="none" strike="noStrike" kern="1200" dirty="0">
                <a:solidFill>
                  <a:srgbClr val="000000"/>
                </a:solidFill>
                <a:effectLst/>
                <a:latin typeface="Lexend" panose="020B0604020202020204" charset="0"/>
              </a:rPr>
              <a:t>24520708</a:t>
            </a:r>
            <a:r>
              <a:rPr lang="vi-VN" dirty="0">
                <a:latin typeface="Lexend" panose="020B0604020202020204" charset="0"/>
              </a:rPr>
              <a:t> </a:t>
            </a:r>
            <a:r>
              <a:rPr lang="en-US" dirty="0">
                <a:latin typeface="Lexend" panose="020B0604020202020204" charset="0"/>
              </a:rPr>
              <a:t>- </a:t>
            </a:r>
            <a:r>
              <a:rPr lang="en-US" b="0" u="none" strike="noStrike" kern="1200" dirty="0" err="1">
                <a:solidFill>
                  <a:srgbClr val="000000"/>
                </a:solidFill>
                <a:effectLst/>
                <a:latin typeface="Lexend" panose="020B0604020202020204" charset="0"/>
              </a:rPr>
              <a:t>Triệu</a:t>
            </a:r>
            <a:r>
              <a:rPr lang="en-US" b="0" u="none" strike="noStrike" kern="1200" dirty="0">
                <a:solidFill>
                  <a:srgbClr val="000000"/>
                </a:solidFill>
                <a:effectLst/>
                <a:latin typeface="Lexend" panose="020B0604020202020204" charset="0"/>
              </a:rPr>
              <a:t> Quang </a:t>
            </a:r>
            <a:r>
              <a:rPr lang="en-US" b="0" u="none" strike="noStrike" kern="1200" dirty="0" err="1">
                <a:solidFill>
                  <a:srgbClr val="000000"/>
                </a:solidFill>
                <a:effectLst/>
                <a:latin typeface="Lexend" panose="020B0604020202020204" charset="0"/>
              </a:rPr>
              <a:t>Huy</a:t>
            </a:r>
            <a:endParaRPr lang="en-US" b="0" u="none" strike="noStrike" kern="1200" dirty="0">
              <a:solidFill>
                <a:srgbClr val="000000"/>
              </a:solidFill>
              <a:effectLst/>
              <a:latin typeface="Lexend" panose="020B0604020202020204" charset="0"/>
            </a:endParaRPr>
          </a:p>
          <a:p>
            <a:pPr marL="0" rtl="0" eaLnBrk="1" fontAlgn="ctr" latinLnBrk="0" hangingPunct="1">
              <a:lnSpc>
                <a:spcPct val="150000"/>
              </a:lnSpc>
              <a:spcBef>
                <a:spcPts val="0"/>
              </a:spcBef>
              <a:spcAft>
                <a:spcPts val="0"/>
              </a:spcAft>
            </a:pPr>
            <a:endParaRPr lang="vi-VN" sz="2000" dirty="0">
              <a:latin typeface="Lexend" panose="020B0604020202020204" charset="0"/>
            </a:endParaRPr>
          </a:p>
          <a:p>
            <a:pPr marL="0" indent="0" algn="l">
              <a:lnSpc>
                <a:spcPct val="121000"/>
              </a:lnSpc>
              <a:spcAft>
                <a:spcPts val="1950"/>
              </a:spcAft>
              <a:buNone/>
            </a:pPr>
            <a:endParaRPr lang="en-US" sz="2000" dirty="0"/>
          </a:p>
        </p:txBody>
      </p:sp>
      <p:sp>
        <p:nvSpPr>
          <p:cNvPr id="9" name="Text 1">
            <a:extLst>
              <a:ext uri="{FF2B5EF4-FFF2-40B4-BE49-F238E27FC236}">
                <a16:creationId xmlns:a16="http://schemas.microsoft.com/office/drawing/2014/main" id="{5C87B3FA-B53F-49E8-ADD3-2FC617DBD5FE}"/>
              </a:ext>
            </a:extLst>
          </p:cNvPr>
          <p:cNvSpPr/>
          <p:nvPr/>
        </p:nvSpPr>
        <p:spPr>
          <a:xfrm>
            <a:off x="584338" y="552450"/>
            <a:ext cx="11023324" cy="388541"/>
          </a:xfrm>
          <a:prstGeom prst="rect">
            <a:avLst/>
          </a:prstGeom>
          <a:noFill/>
          <a:ln/>
        </p:spPr>
        <p:txBody>
          <a:bodyPr wrap="none" lIns="0" tIns="0" rIns="0" bIns="0" rtlCol="0" anchor="t"/>
          <a:lstStyle/>
          <a:p>
            <a:pPr>
              <a:lnSpc>
                <a:spcPct val="85000"/>
              </a:lnSpc>
            </a:pPr>
            <a:r>
              <a:rPr lang="vi-VN" kern="100" spc="-45" dirty="0">
                <a:solidFill>
                  <a:srgbClr val="000000"/>
                </a:solidFill>
                <a:latin typeface="Lexend" pitchFamily="34" charset="0"/>
                <a:ea typeface="Lexend" pitchFamily="34" charset="-122"/>
                <a:cs typeface="Lexend" pitchFamily="34" charset="-120"/>
              </a:rPr>
              <a:t>Báo cáo Mini Project môn Phát triển ứng dụng web </a:t>
            </a:r>
            <a:r>
              <a:rPr lang="vi-VN" kern="100" spc="-45" dirty="0">
                <a:solidFill>
                  <a:srgbClr val="000000"/>
                </a:solidFill>
                <a:latin typeface="Lexend" panose="020B0604020202020204" charset="0"/>
                <a:ea typeface="Lexend" pitchFamily="34" charset="-122"/>
                <a:cs typeface="Lexend" pitchFamily="34" charset="-120"/>
              </a:rPr>
              <a:t>- </a:t>
            </a:r>
            <a:r>
              <a:rPr lang="en-US" i="0" dirty="0">
                <a:solidFill>
                  <a:srgbClr val="1D2125"/>
                </a:solidFill>
                <a:effectLst/>
                <a:latin typeface="Lexend" panose="020B0604020202020204" charset="0"/>
              </a:rPr>
              <a:t>IS207.R11</a:t>
            </a:r>
          </a:p>
          <a:p>
            <a:pPr marL="0" indent="0" algn="l">
              <a:lnSpc>
                <a:spcPct val="85000"/>
              </a:lnSpc>
              <a:buNone/>
            </a:pPr>
            <a:r>
              <a:rPr lang="vi-VN" kern="100" spc="-45" dirty="0">
                <a:solidFill>
                  <a:srgbClr val="000000"/>
                </a:solidFill>
                <a:latin typeface="Lexend" pitchFamily="34" charset="0"/>
                <a:ea typeface="Lexend" pitchFamily="34" charset="-122"/>
                <a:cs typeface="Lexend" pitchFamily="34" charset="-120"/>
              </a:rPr>
              <a:t>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84185" y="490934"/>
            <a:ext cx="116075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02</a:t>
            </a:r>
            <a:endParaRPr lang="en-US" sz="1250" dirty="0"/>
          </a:p>
        </p:txBody>
      </p:sp>
      <p:sp>
        <p:nvSpPr>
          <p:cNvPr id="3" name="Text 1"/>
          <p:cNvSpPr/>
          <p:nvPr/>
        </p:nvSpPr>
        <p:spPr>
          <a:xfrm>
            <a:off x="584185" y="1219517"/>
            <a:ext cx="11023324" cy="388541"/>
          </a:xfrm>
          <a:prstGeom prst="rect">
            <a:avLst/>
          </a:prstGeom>
          <a:noFill/>
          <a:ln/>
        </p:spPr>
        <p:txBody>
          <a:bodyPr wrap="none" lIns="0" tIns="0" rIns="0" bIns="0" rtlCol="0" anchor="t"/>
          <a:lstStyle/>
          <a:p>
            <a:pPr marL="0" indent="0" algn="l">
              <a:lnSpc>
                <a:spcPct val="85000"/>
              </a:lnSpc>
              <a:buNone/>
            </a:pPr>
            <a:r>
              <a:rPr lang="en-US" sz="4000" kern="100" spc="-45" dirty="0">
                <a:solidFill>
                  <a:srgbClr val="000000"/>
                </a:solidFill>
                <a:latin typeface="Lexend" pitchFamily="34" charset="0"/>
                <a:ea typeface="Lexend" pitchFamily="34" charset="-122"/>
                <a:cs typeface="Lexend" pitchFamily="34" charset="-120"/>
              </a:rPr>
              <a:t>Chọn ngành, tìm hướng học</a:t>
            </a:r>
            <a:endParaRPr lang="en-US" sz="4000" dirty="0"/>
          </a:p>
        </p:txBody>
      </p:sp>
      <p:grpSp>
        <p:nvGrpSpPr>
          <p:cNvPr id="22" name="Group 21">
            <a:extLst>
              <a:ext uri="{FF2B5EF4-FFF2-40B4-BE49-F238E27FC236}">
                <a16:creationId xmlns:a16="http://schemas.microsoft.com/office/drawing/2014/main" id="{0CF50C80-E560-4FEE-AF4E-5C8DA1BF452D}"/>
              </a:ext>
            </a:extLst>
          </p:cNvPr>
          <p:cNvGrpSpPr/>
          <p:nvPr/>
        </p:nvGrpSpPr>
        <p:grpSpPr>
          <a:xfrm>
            <a:off x="584185" y="3281753"/>
            <a:ext cx="8808098" cy="838296"/>
            <a:chOff x="6475444" y="1531680"/>
            <a:chExt cx="8808098" cy="838296"/>
          </a:xfrm>
        </p:grpSpPr>
        <p:sp>
          <p:nvSpPr>
            <p:cNvPr id="4" name="Shape 2"/>
            <p:cNvSpPr/>
            <p:nvPr/>
          </p:nvSpPr>
          <p:spPr>
            <a:xfrm>
              <a:off x="6475444" y="1531680"/>
              <a:ext cx="8808098" cy="838296"/>
            </a:xfrm>
            <a:prstGeom prst="roundRect">
              <a:avLst>
                <a:gd name="adj" fmla="val 34325"/>
              </a:avLst>
            </a:prstGeom>
            <a:solidFill>
              <a:srgbClr val="FBFAF6"/>
            </a:solidFill>
            <a:ln/>
          </p:spPr>
          <p:txBody>
            <a:bodyPr/>
            <a:lstStyle/>
            <a:p>
              <a:endParaRPr lang="en-US"/>
            </a:p>
          </p:txBody>
        </p:sp>
        <p:sp>
          <p:nvSpPr>
            <p:cNvPr id="5" name="Text 3"/>
            <p:cNvSpPr/>
            <p:nvPr/>
          </p:nvSpPr>
          <p:spPr>
            <a:xfrm>
              <a:off x="6710514" y="1706702"/>
              <a:ext cx="8084726" cy="576897"/>
            </a:xfrm>
            <a:prstGeom prst="rect">
              <a:avLst/>
            </a:prstGeom>
            <a:noFill/>
            <a:ln/>
          </p:spPr>
          <p:txBody>
            <a:bodyPr wrap="none" lIns="0" tIns="0" rIns="0" bIns="0" rtlCol="0" anchor="t"/>
            <a:lstStyle/>
            <a:p>
              <a:pPr marL="0" indent="0" algn="l">
                <a:lnSpc>
                  <a:spcPct val="121000"/>
                </a:lnSpc>
                <a:buNone/>
              </a:pPr>
              <a:r>
                <a:rPr lang="en-US" sz="2800" dirty="0">
                  <a:solidFill>
                    <a:srgbClr val="000000"/>
                  </a:solidFill>
                  <a:latin typeface="Lexend" pitchFamily="34" charset="0"/>
                  <a:ea typeface="Lexend" pitchFamily="34" charset="-122"/>
                  <a:cs typeface="Lexend" pitchFamily="34" charset="-120"/>
                </a:rPr>
                <a:t>“</a:t>
              </a:r>
              <a:r>
                <a:rPr lang="en-US" sz="2800" dirty="0" err="1">
                  <a:solidFill>
                    <a:srgbClr val="000000"/>
                  </a:solidFill>
                  <a:latin typeface="Lexend" pitchFamily="34" charset="0"/>
                  <a:ea typeface="Lexend" pitchFamily="34" charset="-122"/>
                  <a:cs typeface="Lexend" pitchFamily="34" charset="-120"/>
                </a:rPr>
                <a:t>Học</a:t>
              </a:r>
              <a:r>
                <a:rPr lang="en-US" sz="2800" dirty="0">
                  <a:solidFill>
                    <a:srgbClr val="000000"/>
                  </a:solidFill>
                  <a:latin typeface="Lexend" pitchFamily="34" charset="0"/>
                  <a:ea typeface="Lexend" pitchFamily="34" charset="-122"/>
                  <a:cs typeface="Lexend" pitchFamily="34" charset="-120"/>
                </a:rPr>
                <a:t> HTTT </a:t>
              </a:r>
              <a:r>
                <a:rPr lang="en-US" sz="2800" dirty="0" err="1">
                  <a:solidFill>
                    <a:srgbClr val="000000"/>
                  </a:solidFill>
                  <a:latin typeface="Lexend" pitchFamily="34" charset="0"/>
                  <a:ea typeface="Lexend" pitchFamily="34" charset="-122"/>
                  <a:cs typeface="Lexend" pitchFamily="34" charset="-120"/>
                </a:rPr>
                <a:t>có</a:t>
              </a:r>
              <a:r>
                <a:rPr lang="en-US" sz="2800" dirty="0">
                  <a:solidFill>
                    <a:srgbClr val="000000"/>
                  </a:solidFill>
                  <a:latin typeface="Lexend" pitchFamily="34" charset="0"/>
                  <a:ea typeface="Lexend" pitchFamily="34" charset="-122"/>
                  <a:cs typeface="Lexend" pitchFamily="34" charset="-120"/>
                </a:rPr>
                <a:t> </a:t>
              </a:r>
              <a:r>
                <a:rPr lang="en-US" sz="2800" dirty="0" err="1">
                  <a:solidFill>
                    <a:srgbClr val="000000"/>
                  </a:solidFill>
                  <a:latin typeface="Lexend" pitchFamily="34" charset="0"/>
                  <a:ea typeface="Lexend" pitchFamily="34" charset="-122"/>
                  <a:cs typeface="Lexend" pitchFamily="34" charset="-120"/>
                </a:rPr>
                <a:t>nhất</a:t>
              </a:r>
              <a:r>
                <a:rPr lang="en-US" sz="2800" dirty="0">
                  <a:solidFill>
                    <a:srgbClr val="000000"/>
                  </a:solidFill>
                  <a:latin typeface="Lexend" pitchFamily="34" charset="0"/>
                  <a:ea typeface="Lexend" pitchFamily="34" charset="-122"/>
                  <a:cs typeface="Lexend" pitchFamily="34" charset="-120"/>
                </a:rPr>
                <a:t> </a:t>
              </a:r>
              <a:r>
                <a:rPr lang="en-US" sz="2800" dirty="0" err="1">
                  <a:solidFill>
                    <a:srgbClr val="000000"/>
                  </a:solidFill>
                  <a:latin typeface="Lexend" pitchFamily="34" charset="0"/>
                  <a:ea typeface="Lexend" pitchFamily="34" charset="-122"/>
                  <a:cs typeface="Lexend" pitchFamily="34" charset="-120"/>
                </a:rPr>
                <a:t>thiết</a:t>
              </a:r>
              <a:r>
                <a:rPr lang="en-US" sz="2800" dirty="0">
                  <a:solidFill>
                    <a:srgbClr val="000000"/>
                  </a:solidFill>
                  <a:latin typeface="Lexend" pitchFamily="34" charset="0"/>
                  <a:ea typeface="Lexend" pitchFamily="34" charset="-122"/>
                  <a:cs typeface="Lexend" pitchFamily="34" charset="-120"/>
                </a:rPr>
                <a:t> </a:t>
              </a:r>
              <a:r>
                <a:rPr lang="en-US" sz="2800" dirty="0" err="1">
                  <a:solidFill>
                    <a:srgbClr val="000000"/>
                  </a:solidFill>
                  <a:latin typeface="Lexend" pitchFamily="34" charset="0"/>
                  <a:ea typeface="Lexend" pitchFamily="34" charset="-122"/>
                  <a:cs typeface="Lexend" pitchFamily="34" charset="-120"/>
                </a:rPr>
                <a:t>phải</a:t>
              </a:r>
              <a:r>
                <a:rPr lang="en-US" sz="2800" dirty="0">
                  <a:solidFill>
                    <a:srgbClr val="000000"/>
                  </a:solidFill>
                  <a:latin typeface="Lexend" pitchFamily="34" charset="0"/>
                  <a:ea typeface="Lexend" pitchFamily="34" charset="-122"/>
                  <a:cs typeface="Lexend" pitchFamily="34" charset="-120"/>
                </a:rPr>
                <a:t> </a:t>
              </a:r>
              <a:r>
                <a:rPr lang="en-US" sz="2800" dirty="0" err="1">
                  <a:solidFill>
                    <a:srgbClr val="000000"/>
                  </a:solidFill>
                  <a:latin typeface="Lexend" pitchFamily="34" charset="0"/>
                  <a:ea typeface="Lexend" pitchFamily="34" charset="-122"/>
                  <a:cs typeface="Lexend" pitchFamily="34" charset="-120"/>
                </a:rPr>
                <a:t>làm</a:t>
              </a:r>
              <a:r>
                <a:rPr lang="en-US" sz="2800" dirty="0">
                  <a:solidFill>
                    <a:srgbClr val="000000"/>
                  </a:solidFill>
                  <a:latin typeface="Lexend" pitchFamily="34" charset="0"/>
                  <a:ea typeface="Lexend" pitchFamily="34" charset="-122"/>
                  <a:cs typeface="Lexend" pitchFamily="34" charset="-120"/>
                </a:rPr>
                <a:t> </a:t>
              </a:r>
              <a:r>
                <a:rPr lang="vi-VN" sz="2800" dirty="0">
                  <a:solidFill>
                    <a:srgbClr val="000000"/>
                  </a:solidFill>
                  <a:latin typeface="Lexend" pitchFamily="34" charset="0"/>
                  <a:ea typeface="Lexend" pitchFamily="34" charset="-122"/>
                  <a:cs typeface="Lexend" pitchFamily="34" charset="-120"/>
                </a:rPr>
                <a:t>BA </a:t>
              </a:r>
              <a:r>
                <a:rPr lang="en-US" sz="2800" dirty="0" err="1">
                  <a:solidFill>
                    <a:srgbClr val="000000"/>
                  </a:solidFill>
                  <a:latin typeface="Lexend" pitchFamily="34" charset="0"/>
                  <a:ea typeface="Lexend" pitchFamily="34" charset="-122"/>
                  <a:cs typeface="Lexend" pitchFamily="34" charset="-120"/>
                </a:rPr>
                <a:t>không</a:t>
              </a:r>
              <a:r>
                <a:rPr lang="en-US" sz="2800" dirty="0">
                  <a:solidFill>
                    <a:srgbClr val="000000"/>
                  </a:solidFill>
                  <a:latin typeface="Lexend" pitchFamily="34" charset="0"/>
                  <a:ea typeface="Lexend" pitchFamily="34" charset="-122"/>
                  <a:cs typeface="Lexend" pitchFamily="34" charset="-120"/>
                </a:rPr>
                <a:t>?”</a:t>
              </a:r>
              <a:endParaRPr lang="en-US" sz="2800" dirty="0"/>
            </a:p>
          </p:txBody>
        </p:sp>
      </p:grpSp>
      <p:sp>
        <p:nvSpPr>
          <p:cNvPr id="10" name="Text 8"/>
          <p:cNvSpPr/>
          <p:nvPr/>
        </p:nvSpPr>
        <p:spPr>
          <a:xfrm>
            <a:off x="491412" y="5938441"/>
            <a:ext cx="6870922" cy="428625"/>
          </a:xfrm>
          <a:prstGeom prst="rect">
            <a:avLst/>
          </a:prstGeom>
          <a:noFill/>
          <a:ln/>
        </p:spPr>
        <p:txBody>
          <a:bodyPr wrap="square" lIns="0" tIns="0" rIns="0" bIns="0" rtlCol="0" anchor="t">
            <a:normAutofit/>
          </a:bodyPr>
          <a:lstStyle/>
          <a:p>
            <a:pPr marL="0" indent="0" algn="l">
              <a:lnSpc>
                <a:spcPct val="112000"/>
              </a:lnSpc>
              <a:buNone/>
            </a:pPr>
            <a:r>
              <a:rPr lang="en-US" sz="1250" dirty="0">
                <a:solidFill>
                  <a:srgbClr val="000000"/>
                </a:solidFill>
                <a:latin typeface="Lexend" pitchFamily="34" charset="0"/>
                <a:ea typeface="Lexend" pitchFamily="34" charset="-122"/>
                <a:cs typeface="Lexend" pitchFamily="34" charset="-120"/>
              </a:rPr>
              <a:t>Tình huống minh họa từ trao đổi của nhóm. Chưa có khảo sát định lượng.</a:t>
            </a:r>
            <a:endParaRPr lang="en-US" sz="1250" dirty="0"/>
          </a:p>
        </p:txBody>
      </p:sp>
      <p:grpSp>
        <p:nvGrpSpPr>
          <p:cNvPr id="23" name="Group 22">
            <a:extLst>
              <a:ext uri="{FF2B5EF4-FFF2-40B4-BE49-F238E27FC236}">
                <a16:creationId xmlns:a16="http://schemas.microsoft.com/office/drawing/2014/main" id="{1C0BFD92-29E3-496B-864C-6974862F85E0}"/>
              </a:ext>
            </a:extLst>
          </p:cNvPr>
          <p:cNvGrpSpPr/>
          <p:nvPr/>
        </p:nvGrpSpPr>
        <p:grpSpPr>
          <a:xfrm>
            <a:off x="584185" y="4533439"/>
            <a:ext cx="8808098" cy="838296"/>
            <a:chOff x="4930658" y="693384"/>
            <a:chExt cx="5896947" cy="838296"/>
          </a:xfrm>
        </p:grpSpPr>
        <p:sp>
          <p:nvSpPr>
            <p:cNvPr id="24" name="Shape 2">
              <a:extLst>
                <a:ext uri="{FF2B5EF4-FFF2-40B4-BE49-F238E27FC236}">
                  <a16:creationId xmlns:a16="http://schemas.microsoft.com/office/drawing/2014/main" id="{4FB18FE9-5184-47EE-A653-5E91115FC0CE}"/>
                </a:ext>
              </a:extLst>
            </p:cNvPr>
            <p:cNvSpPr/>
            <p:nvPr/>
          </p:nvSpPr>
          <p:spPr>
            <a:xfrm>
              <a:off x="4930658" y="693384"/>
              <a:ext cx="5896947" cy="838296"/>
            </a:xfrm>
            <a:prstGeom prst="roundRect">
              <a:avLst>
                <a:gd name="adj" fmla="val 34325"/>
              </a:avLst>
            </a:prstGeom>
            <a:solidFill>
              <a:srgbClr val="FBFAF6"/>
            </a:solidFill>
            <a:ln/>
          </p:spPr>
          <p:txBody>
            <a:bodyPr/>
            <a:lstStyle/>
            <a:p>
              <a:endParaRPr lang="en-US"/>
            </a:p>
          </p:txBody>
        </p:sp>
        <p:sp>
          <p:nvSpPr>
            <p:cNvPr id="25" name="Text 3">
              <a:extLst>
                <a:ext uri="{FF2B5EF4-FFF2-40B4-BE49-F238E27FC236}">
                  <a16:creationId xmlns:a16="http://schemas.microsoft.com/office/drawing/2014/main" id="{B637BEB8-E2CE-43E7-B21C-8F9ADFC7971F}"/>
                </a:ext>
              </a:extLst>
            </p:cNvPr>
            <p:cNvSpPr/>
            <p:nvPr/>
          </p:nvSpPr>
          <p:spPr>
            <a:xfrm>
              <a:off x="5088035" y="849437"/>
              <a:ext cx="5079873" cy="294580"/>
            </a:xfrm>
            <a:prstGeom prst="rect">
              <a:avLst/>
            </a:prstGeom>
            <a:noFill/>
            <a:ln/>
          </p:spPr>
          <p:txBody>
            <a:bodyPr wrap="none" lIns="0" tIns="0" rIns="0" bIns="0" rtlCol="0" anchor="t"/>
            <a:lstStyle/>
            <a:p>
              <a:pPr marL="0" indent="0" algn="l">
                <a:lnSpc>
                  <a:spcPct val="121000"/>
                </a:lnSpc>
                <a:buNone/>
              </a:pPr>
              <a:r>
                <a:rPr lang="en-US" sz="2800" dirty="0">
                  <a:solidFill>
                    <a:srgbClr val="000000"/>
                  </a:solidFill>
                  <a:latin typeface="Lexend" pitchFamily="34" charset="0"/>
                  <a:ea typeface="Lexend" pitchFamily="34" charset="-122"/>
                  <a:cs typeface="Lexend" pitchFamily="34" charset="-120"/>
                </a:rPr>
                <a:t>“Em chưa biết nên theo hướng nào.”</a:t>
              </a:r>
              <a:endParaRPr lang="en-US" sz="2800" dirty="0"/>
            </a:p>
          </p:txBody>
        </p:sp>
      </p:grpSp>
      <p:grpSp>
        <p:nvGrpSpPr>
          <p:cNvPr id="27" name="Group 26">
            <a:extLst>
              <a:ext uri="{FF2B5EF4-FFF2-40B4-BE49-F238E27FC236}">
                <a16:creationId xmlns:a16="http://schemas.microsoft.com/office/drawing/2014/main" id="{9850FCEC-82A5-49B4-9F4A-EB2A13848AC1}"/>
              </a:ext>
            </a:extLst>
          </p:cNvPr>
          <p:cNvGrpSpPr/>
          <p:nvPr/>
        </p:nvGrpSpPr>
        <p:grpSpPr>
          <a:xfrm>
            <a:off x="584185" y="2167937"/>
            <a:ext cx="8808098" cy="838296"/>
            <a:chOff x="6475444" y="1531680"/>
            <a:chExt cx="8808098" cy="838296"/>
          </a:xfrm>
        </p:grpSpPr>
        <p:sp>
          <p:nvSpPr>
            <p:cNvPr id="28" name="Shape 2">
              <a:extLst>
                <a:ext uri="{FF2B5EF4-FFF2-40B4-BE49-F238E27FC236}">
                  <a16:creationId xmlns:a16="http://schemas.microsoft.com/office/drawing/2014/main" id="{60E0C58A-A37D-4CB4-B2FC-F9437D5BF2A4}"/>
                </a:ext>
              </a:extLst>
            </p:cNvPr>
            <p:cNvSpPr/>
            <p:nvPr/>
          </p:nvSpPr>
          <p:spPr>
            <a:xfrm>
              <a:off x="6475444" y="1531680"/>
              <a:ext cx="8808098" cy="838296"/>
            </a:xfrm>
            <a:prstGeom prst="roundRect">
              <a:avLst>
                <a:gd name="adj" fmla="val 34325"/>
              </a:avLst>
            </a:prstGeom>
            <a:solidFill>
              <a:srgbClr val="FBFAF6"/>
            </a:solidFill>
            <a:ln/>
          </p:spPr>
          <p:txBody>
            <a:bodyPr/>
            <a:lstStyle/>
            <a:p>
              <a:endParaRPr lang="en-US"/>
            </a:p>
          </p:txBody>
        </p:sp>
        <p:sp>
          <p:nvSpPr>
            <p:cNvPr id="29" name="Text 3">
              <a:extLst>
                <a:ext uri="{FF2B5EF4-FFF2-40B4-BE49-F238E27FC236}">
                  <a16:creationId xmlns:a16="http://schemas.microsoft.com/office/drawing/2014/main" id="{06730C6D-A6E0-441D-8320-18EF7B0B2CED}"/>
                </a:ext>
              </a:extLst>
            </p:cNvPr>
            <p:cNvSpPr/>
            <p:nvPr/>
          </p:nvSpPr>
          <p:spPr>
            <a:xfrm>
              <a:off x="6710514" y="1706702"/>
              <a:ext cx="8084726" cy="576897"/>
            </a:xfrm>
            <a:prstGeom prst="rect">
              <a:avLst/>
            </a:prstGeom>
            <a:noFill/>
            <a:ln/>
          </p:spPr>
          <p:txBody>
            <a:bodyPr wrap="none" lIns="0" tIns="0" rIns="0" bIns="0" rtlCol="0" anchor="t"/>
            <a:lstStyle/>
            <a:p>
              <a:pPr marL="0" indent="0" algn="l">
                <a:lnSpc>
                  <a:spcPct val="121000"/>
                </a:lnSpc>
                <a:buNone/>
              </a:pPr>
              <a:r>
                <a:rPr lang="en-US" sz="2800" dirty="0">
                  <a:solidFill>
                    <a:srgbClr val="000000"/>
                  </a:solidFill>
                  <a:latin typeface="Lexend" pitchFamily="34" charset="0"/>
                  <a:ea typeface="Lexend" pitchFamily="34" charset="-122"/>
                  <a:cs typeface="Lexend" pitchFamily="34" charset="-120"/>
                </a:rPr>
                <a:t>“</a:t>
              </a:r>
              <a:r>
                <a:rPr lang="vi-VN" sz="2800" dirty="0">
                  <a:solidFill>
                    <a:srgbClr val="000000"/>
                  </a:solidFill>
                  <a:latin typeface="Lexend" pitchFamily="34" charset="0"/>
                  <a:ea typeface="Lexend" pitchFamily="34" charset="-122"/>
                  <a:cs typeface="Lexend" pitchFamily="34" charset="-120"/>
                </a:rPr>
                <a:t>Biết theo ngành gì </a:t>
              </a:r>
              <a:r>
                <a:rPr lang="en-US" sz="2800" dirty="0" err="1">
                  <a:solidFill>
                    <a:srgbClr val="000000"/>
                  </a:solidFill>
                  <a:latin typeface="Lexend" pitchFamily="34" charset="0"/>
                  <a:ea typeface="Lexend" pitchFamily="34" charset="-122"/>
                  <a:cs typeface="Lexend" pitchFamily="34" charset="-120"/>
                </a:rPr>
                <a:t>rồi</a:t>
              </a:r>
              <a:r>
                <a:rPr lang="en-US" sz="2800" dirty="0">
                  <a:solidFill>
                    <a:srgbClr val="000000"/>
                  </a:solidFill>
                  <a:latin typeface="Lexend" pitchFamily="34" charset="0"/>
                  <a:ea typeface="Lexend" pitchFamily="34" charset="-122"/>
                  <a:cs typeface="Lexend" pitchFamily="34" charset="-120"/>
                </a:rPr>
                <a:t>, </a:t>
              </a:r>
              <a:r>
                <a:rPr lang="en-US" sz="2800" dirty="0" err="1">
                  <a:solidFill>
                    <a:srgbClr val="000000"/>
                  </a:solidFill>
                  <a:latin typeface="Lexend" pitchFamily="34" charset="0"/>
                  <a:ea typeface="Lexend" pitchFamily="34" charset="-122"/>
                  <a:cs typeface="Lexend" pitchFamily="34" charset="-120"/>
                </a:rPr>
                <a:t>nên</a:t>
              </a:r>
              <a:r>
                <a:rPr lang="en-US" sz="2800" dirty="0">
                  <a:solidFill>
                    <a:srgbClr val="000000"/>
                  </a:solidFill>
                  <a:latin typeface="Lexend" pitchFamily="34" charset="0"/>
                  <a:ea typeface="Lexend" pitchFamily="34" charset="-122"/>
                  <a:cs typeface="Lexend" pitchFamily="34" charset="-120"/>
                </a:rPr>
                <a:t> </a:t>
              </a:r>
              <a:r>
                <a:rPr lang="en-US" sz="2800" dirty="0" err="1">
                  <a:solidFill>
                    <a:srgbClr val="000000"/>
                  </a:solidFill>
                  <a:latin typeface="Lexend" pitchFamily="34" charset="0"/>
                  <a:ea typeface="Lexend" pitchFamily="34" charset="-122"/>
                  <a:cs typeface="Lexend" pitchFamily="34" charset="-120"/>
                </a:rPr>
                <a:t>học</a:t>
              </a:r>
              <a:r>
                <a:rPr lang="en-US" sz="2800" dirty="0">
                  <a:solidFill>
                    <a:srgbClr val="000000"/>
                  </a:solidFill>
                  <a:latin typeface="Lexend" pitchFamily="34" charset="0"/>
                  <a:ea typeface="Lexend" pitchFamily="34" charset="-122"/>
                  <a:cs typeface="Lexend" pitchFamily="34" charset="-120"/>
                </a:rPr>
                <a:t> </a:t>
              </a:r>
              <a:r>
                <a:rPr lang="en-US" sz="2800" dirty="0" err="1">
                  <a:solidFill>
                    <a:srgbClr val="000000"/>
                  </a:solidFill>
                  <a:latin typeface="Lexend" pitchFamily="34" charset="0"/>
                  <a:ea typeface="Lexend" pitchFamily="34" charset="-122"/>
                  <a:cs typeface="Lexend" pitchFamily="34" charset="-120"/>
                </a:rPr>
                <a:t>gì</a:t>
              </a:r>
              <a:r>
                <a:rPr lang="en-US" sz="2800" dirty="0">
                  <a:solidFill>
                    <a:srgbClr val="000000"/>
                  </a:solidFill>
                  <a:latin typeface="Lexend" pitchFamily="34" charset="0"/>
                  <a:ea typeface="Lexend" pitchFamily="34" charset="-122"/>
                  <a:cs typeface="Lexend" pitchFamily="34" charset="-120"/>
                </a:rPr>
                <a:t> </a:t>
              </a:r>
              <a:r>
                <a:rPr lang="en-US" sz="2800" dirty="0" err="1">
                  <a:solidFill>
                    <a:srgbClr val="000000"/>
                  </a:solidFill>
                  <a:latin typeface="Lexend" pitchFamily="34" charset="0"/>
                  <a:ea typeface="Lexend" pitchFamily="34" charset="-122"/>
                  <a:cs typeface="Lexend" pitchFamily="34" charset="-120"/>
                </a:rPr>
                <a:t>trước</a:t>
              </a:r>
              <a:r>
                <a:rPr lang="en-US" sz="2800" dirty="0">
                  <a:solidFill>
                    <a:srgbClr val="000000"/>
                  </a:solidFill>
                  <a:latin typeface="Lexend" pitchFamily="34" charset="0"/>
                  <a:ea typeface="Lexend" pitchFamily="34" charset="-122"/>
                  <a:cs typeface="Lexend" pitchFamily="34" charset="-120"/>
                </a:rPr>
                <a:t>?”</a:t>
              </a:r>
              <a:endParaRPr lang="en-US" sz="2800" dirty="0"/>
            </a:p>
          </p:txBody>
        </p:sp>
      </p:grpSp>
      <p:pic>
        <p:nvPicPr>
          <p:cNvPr id="7" name="Picture 6">
            <a:extLst>
              <a:ext uri="{FF2B5EF4-FFF2-40B4-BE49-F238E27FC236}">
                <a16:creationId xmlns:a16="http://schemas.microsoft.com/office/drawing/2014/main" id="{EC9C8363-A391-4287-A945-685FB761E59A}"/>
              </a:ext>
            </a:extLst>
          </p:cNvPr>
          <p:cNvPicPr>
            <a:picLocks noChangeAspect="1"/>
          </p:cNvPicPr>
          <p:nvPr/>
        </p:nvPicPr>
        <p:blipFill>
          <a:blip r:embed="rId3"/>
          <a:stretch>
            <a:fillRect/>
          </a:stretch>
        </p:blipFill>
        <p:spPr>
          <a:xfrm>
            <a:off x="670795" y="839581"/>
            <a:ext cx="9147614" cy="1873344"/>
          </a:xfrm>
          <a:prstGeom prst="rect">
            <a:avLst/>
          </a:prstGeom>
        </p:spPr>
      </p:pic>
      <p:pic>
        <p:nvPicPr>
          <p:cNvPr id="8" name="Picture 7">
            <a:extLst>
              <a:ext uri="{FF2B5EF4-FFF2-40B4-BE49-F238E27FC236}">
                <a16:creationId xmlns:a16="http://schemas.microsoft.com/office/drawing/2014/main" id="{AC7D548D-9421-4FA1-81CA-1DBCDCE6985A}"/>
              </a:ext>
            </a:extLst>
          </p:cNvPr>
          <p:cNvPicPr>
            <a:picLocks noChangeAspect="1"/>
          </p:cNvPicPr>
          <p:nvPr/>
        </p:nvPicPr>
        <p:blipFill>
          <a:blip r:embed="rId4"/>
          <a:stretch>
            <a:fillRect/>
          </a:stretch>
        </p:blipFill>
        <p:spPr>
          <a:xfrm>
            <a:off x="3374045" y="2396436"/>
            <a:ext cx="7648100" cy="32009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9">
            <a:extLst>
              <a:ext uri="{FF2B5EF4-FFF2-40B4-BE49-F238E27FC236}">
                <a16:creationId xmlns:a16="http://schemas.microsoft.com/office/drawing/2014/main" id="{DE9A955B-0E9E-45FE-8E79-D559D2C0AF31}"/>
              </a:ext>
            </a:extLst>
          </p:cNvPr>
          <p:cNvSpPr/>
          <p:nvPr/>
        </p:nvSpPr>
        <p:spPr>
          <a:xfrm>
            <a:off x="584185" y="1072956"/>
            <a:ext cx="11067821" cy="1272570"/>
          </a:xfrm>
          <a:prstGeom prst="rect">
            <a:avLst/>
          </a:prstGeom>
          <a:noFill/>
          <a:ln/>
        </p:spPr>
        <p:txBody>
          <a:bodyPr wrap="square" lIns="0" tIns="0" rIns="0" bIns="0" rtlCol="0" anchor="t">
            <a:noAutofit/>
          </a:bodyPr>
          <a:lstStyle/>
          <a:p>
            <a:pPr marL="0" indent="0" algn="l">
              <a:lnSpc>
                <a:spcPct val="104000"/>
              </a:lnSpc>
              <a:buNone/>
            </a:pPr>
            <a:r>
              <a:rPr lang="vi-VN" sz="4000" dirty="0">
                <a:solidFill>
                  <a:srgbClr val="000000"/>
                </a:solidFill>
                <a:latin typeface="Lexend" panose="020B0604020202020204" charset="0"/>
                <a:ea typeface="Lexend SemiBold" pitchFamily="34" charset="-122"/>
                <a:cs typeface="Lexend SemiBold" pitchFamily="34" charset="-120"/>
              </a:rPr>
              <a:t>Sinh </a:t>
            </a:r>
            <a:r>
              <a:rPr lang="en-US" sz="4000" dirty="0" err="1">
                <a:solidFill>
                  <a:srgbClr val="000000"/>
                </a:solidFill>
                <a:latin typeface="Lexend" panose="020B0604020202020204" charset="0"/>
                <a:ea typeface="Lexend SemiBold" pitchFamily="34" charset="-122"/>
                <a:cs typeface="Lexend SemiBold" pitchFamily="34" charset="-120"/>
              </a:rPr>
              <a:t>viên</a:t>
            </a:r>
            <a:r>
              <a:rPr lang="en-US" sz="4000" dirty="0">
                <a:solidFill>
                  <a:srgbClr val="000000"/>
                </a:solidFill>
                <a:latin typeface="Lexend" panose="020B0604020202020204" charset="0"/>
                <a:ea typeface="Lexend SemiBold" pitchFamily="34" charset="-122"/>
                <a:cs typeface="Lexend SemiBold" pitchFamily="34" charset="-120"/>
              </a:rPr>
              <a:t> UIT</a:t>
            </a:r>
            <a:r>
              <a:rPr lang="vi-VN" sz="4000" dirty="0">
                <a:solidFill>
                  <a:srgbClr val="000000"/>
                </a:solidFill>
                <a:latin typeface="Lexend" panose="020B0604020202020204" charset="0"/>
                <a:ea typeface="Lexend SemiBold" pitchFamily="34" charset="-122"/>
                <a:cs typeface="Lexend SemiBold" pitchFamily="34" charset="-120"/>
              </a:rPr>
              <a:t> có </a:t>
            </a:r>
            <a:r>
              <a:rPr lang="en-US" sz="4000" dirty="0">
                <a:solidFill>
                  <a:srgbClr val="000000"/>
                </a:solidFill>
                <a:latin typeface="Lexend" panose="020B0604020202020204" charset="0"/>
                <a:ea typeface="Lexend SemiBold" pitchFamily="34" charset="-122"/>
                <a:cs typeface="Lexend SemiBold" pitchFamily="34" charset="-120"/>
              </a:rPr>
              <a:t>5 giờ tự học mỗi tuần, muốn </a:t>
            </a:r>
            <a:r>
              <a:rPr lang="en-US" sz="4000" dirty="0" err="1">
                <a:solidFill>
                  <a:srgbClr val="000000"/>
                </a:solidFill>
                <a:latin typeface="Lexend" panose="020B0604020202020204" charset="0"/>
                <a:ea typeface="Lexend SemiBold" pitchFamily="34" charset="-122"/>
                <a:cs typeface="Lexend SemiBold" pitchFamily="34" charset="-120"/>
              </a:rPr>
              <a:t>thử</a:t>
            </a:r>
            <a:r>
              <a:rPr lang="en-US" sz="4000" dirty="0">
                <a:solidFill>
                  <a:srgbClr val="000000"/>
                </a:solidFill>
                <a:latin typeface="Lexend" panose="020B0604020202020204" charset="0"/>
                <a:ea typeface="Lexend SemiBold" pitchFamily="34" charset="-122"/>
                <a:cs typeface="Lexend SemiBold" pitchFamily="34" charset="-120"/>
              </a:rPr>
              <a:t> </a:t>
            </a:r>
            <a:r>
              <a:rPr lang="vi-VN" sz="4000" dirty="0">
                <a:solidFill>
                  <a:srgbClr val="000000"/>
                </a:solidFill>
                <a:latin typeface="Lexend" panose="020B0604020202020204" charset="0"/>
                <a:ea typeface="Lexend SemiBold" pitchFamily="34" charset="-122"/>
                <a:cs typeface="Lexend SemiBold" pitchFamily="34" charset="-120"/>
              </a:rPr>
              <a:t>Backend?</a:t>
            </a:r>
            <a:endParaRPr lang="en-US" sz="4000" dirty="0">
              <a:latin typeface="Lexend" panose="020B0604020202020204" charset="0"/>
            </a:endParaRPr>
          </a:p>
        </p:txBody>
      </p:sp>
      <p:sp>
        <p:nvSpPr>
          <p:cNvPr id="3" name="Text 10">
            <a:extLst>
              <a:ext uri="{FF2B5EF4-FFF2-40B4-BE49-F238E27FC236}">
                <a16:creationId xmlns:a16="http://schemas.microsoft.com/office/drawing/2014/main" id="{7A9EA590-CD4D-4DA5-AF48-E3ED9447924E}"/>
              </a:ext>
            </a:extLst>
          </p:cNvPr>
          <p:cNvSpPr/>
          <p:nvPr/>
        </p:nvSpPr>
        <p:spPr>
          <a:xfrm>
            <a:off x="1064687" y="2660525"/>
            <a:ext cx="733506" cy="228600"/>
          </a:xfrm>
          <a:prstGeom prst="rect">
            <a:avLst/>
          </a:prstGeom>
          <a:noFill/>
          <a:ln/>
        </p:spPr>
        <p:txBody>
          <a:bodyPr wrap="none" lIns="0" tIns="0" rIns="0" bIns="0" rtlCol="0" anchor="t"/>
          <a:lstStyle/>
          <a:p>
            <a:pPr marL="0" indent="0" algn="l">
              <a:lnSpc>
                <a:spcPct val="83000"/>
              </a:lnSpc>
              <a:buNone/>
            </a:pPr>
            <a:r>
              <a:rPr lang="en-US" sz="1800" dirty="0">
                <a:solidFill>
                  <a:srgbClr val="A74127"/>
                </a:solidFill>
                <a:latin typeface="Lexend SemiBold" pitchFamily="34" charset="0"/>
                <a:ea typeface="Lexend SemiBold" pitchFamily="34" charset="-122"/>
                <a:cs typeface="Lexend SemiBold" pitchFamily="34" charset="-120"/>
              </a:rPr>
              <a:t>1</a:t>
            </a:r>
            <a:endParaRPr lang="en-US" sz="1800" dirty="0"/>
          </a:p>
        </p:txBody>
      </p:sp>
      <p:sp>
        <p:nvSpPr>
          <p:cNvPr id="4" name="Text 11">
            <a:extLst>
              <a:ext uri="{FF2B5EF4-FFF2-40B4-BE49-F238E27FC236}">
                <a16:creationId xmlns:a16="http://schemas.microsoft.com/office/drawing/2014/main" id="{6A4FAFCF-FA0F-4043-89E1-118B653DBDD1}"/>
              </a:ext>
            </a:extLst>
          </p:cNvPr>
          <p:cNvSpPr/>
          <p:nvPr/>
        </p:nvSpPr>
        <p:spPr>
          <a:xfrm>
            <a:off x="1693074" y="2560365"/>
            <a:ext cx="5032150" cy="276225"/>
          </a:xfrm>
          <a:prstGeom prst="rect">
            <a:avLst/>
          </a:prstGeom>
          <a:noFill/>
          <a:ln/>
        </p:spPr>
        <p:txBody>
          <a:bodyPr wrap="none" lIns="0" tIns="0" rIns="0" bIns="0" rtlCol="0" anchor="t"/>
          <a:lstStyle/>
          <a:p>
            <a:pPr marL="0" indent="0" algn="l">
              <a:lnSpc>
                <a:spcPct val="121000"/>
              </a:lnSpc>
              <a:buNone/>
            </a:pPr>
            <a:r>
              <a:rPr lang="en-US" sz="2300" dirty="0">
                <a:solidFill>
                  <a:srgbClr val="000000"/>
                </a:solidFill>
                <a:latin typeface="Lexend" pitchFamily="34" charset="0"/>
                <a:ea typeface="Lexend" pitchFamily="34" charset="-122"/>
                <a:cs typeface="Lexend" pitchFamily="34" charset="-120"/>
              </a:rPr>
              <a:t>Khám phá hướng </a:t>
            </a:r>
            <a:r>
              <a:rPr lang="en-US" sz="2300" dirty="0" err="1">
                <a:solidFill>
                  <a:srgbClr val="000000"/>
                </a:solidFill>
                <a:latin typeface="Lexend" pitchFamily="34" charset="0"/>
                <a:ea typeface="Lexend" pitchFamily="34" charset="-122"/>
                <a:cs typeface="Lexend" pitchFamily="34" charset="-120"/>
              </a:rPr>
              <a:t>nghề</a:t>
            </a:r>
            <a:r>
              <a:rPr lang="en-US" sz="2300" dirty="0">
                <a:solidFill>
                  <a:srgbClr val="000000"/>
                </a:solidFill>
                <a:latin typeface="Lexend" pitchFamily="34" charset="0"/>
                <a:ea typeface="Lexend" pitchFamily="34" charset="-122"/>
                <a:cs typeface="Lexend" pitchFamily="34" charset="-120"/>
              </a:rPr>
              <a:t> </a:t>
            </a:r>
            <a:r>
              <a:rPr lang="en-US" sz="2300" dirty="0" err="1">
                <a:solidFill>
                  <a:srgbClr val="000000"/>
                </a:solidFill>
                <a:latin typeface="Lexend" pitchFamily="34" charset="0"/>
                <a:ea typeface="Lexend" pitchFamily="34" charset="-122"/>
                <a:cs typeface="Lexend" pitchFamily="34" charset="-120"/>
              </a:rPr>
              <a:t>ngoài</a:t>
            </a:r>
            <a:r>
              <a:rPr lang="en-US" sz="2300" dirty="0">
                <a:solidFill>
                  <a:srgbClr val="000000"/>
                </a:solidFill>
                <a:latin typeface="Lexend" pitchFamily="34" charset="0"/>
                <a:ea typeface="Lexend" pitchFamily="34" charset="-122"/>
                <a:cs typeface="Lexend" pitchFamily="34" charset="-120"/>
              </a:rPr>
              <a:t> ngành đang học</a:t>
            </a:r>
            <a:endParaRPr lang="en-US" sz="2300" dirty="0"/>
          </a:p>
        </p:txBody>
      </p:sp>
      <p:sp>
        <p:nvSpPr>
          <p:cNvPr id="5" name="Text 12">
            <a:extLst>
              <a:ext uri="{FF2B5EF4-FFF2-40B4-BE49-F238E27FC236}">
                <a16:creationId xmlns:a16="http://schemas.microsoft.com/office/drawing/2014/main" id="{0CC3732D-160A-4500-9262-2AC21D674DF2}"/>
              </a:ext>
            </a:extLst>
          </p:cNvPr>
          <p:cNvSpPr/>
          <p:nvPr/>
        </p:nvSpPr>
        <p:spPr>
          <a:xfrm>
            <a:off x="1064687" y="3421929"/>
            <a:ext cx="734895" cy="228600"/>
          </a:xfrm>
          <a:prstGeom prst="rect">
            <a:avLst/>
          </a:prstGeom>
          <a:noFill/>
          <a:ln/>
        </p:spPr>
        <p:txBody>
          <a:bodyPr wrap="none" lIns="0" tIns="0" rIns="0" bIns="0" rtlCol="0" anchor="t"/>
          <a:lstStyle/>
          <a:p>
            <a:pPr marL="0" indent="0" algn="l">
              <a:lnSpc>
                <a:spcPct val="83000"/>
              </a:lnSpc>
              <a:buNone/>
            </a:pPr>
            <a:r>
              <a:rPr lang="en-US" sz="1800" dirty="0">
                <a:solidFill>
                  <a:srgbClr val="A74127"/>
                </a:solidFill>
                <a:latin typeface="Lexend SemiBold" pitchFamily="34" charset="0"/>
                <a:ea typeface="Lexend SemiBold" pitchFamily="34" charset="-122"/>
                <a:cs typeface="Lexend SemiBold" pitchFamily="34" charset="-120"/>
              </a:rPr>
              <a:t>2</a:t>
            </a:r>
            <a:endParaRPr lang="en-US" sz="1800" dirty="0"/>
          </a:p>
        </p:txBody>
      </p:sp>
      <p:sp>
        <p:nvSpPr>
          <p:cNvPr id="6" name="Text 13">
            <a:extLst>
              <a:ext uri="{FF2B5EF4-FFF2-40B4-BE49-F238E27FC236}">
                <a16:creationId xmlns:a16="http://schemas.microsoft.com/office/drawing/2014/main" id="{C1CB3EBF-B9F0-4A05-847C-A1F7D35FD7BF}"/>
              </a:ext>
            </a:extLst>
          </p:cNvPr>
          <p:cNvSpPr/>
          <p:nvPr/>
        </p:nvSpPr>
        <p:spPr>
          <a:xfrm>
            <a:off x="1694463" y="3260005"/>
            <a:ext cx="5030761" cy="276225"/>
          </a:xfrm>
          <a:prstGeom prst="rect">
            <a:avLst/>
          </a:prstGeom>
          <a:noFill/>
          <a:ln/>
        </p:spPr>
        <p:txBody>
          <a:bodyPr wrap="none" lIns="0" tIns="0" rIns="0" bIns="0" rtlCol="0" anchor="t"/>
          <a:lstStyle/>
          <a:p>
            <a:pPr marL="0" indent="0" algn="l">
              <a:lnSpc>
                <a:spcPct val="121000"/>
              </a:lnSpc>
              <a:buNone/>
            </a:pPr>
            <a:r>
              <a:rPr lang="en-US" sz="2300" dirty="0">
                <a:solidFill>
                  <a:srgbClr val="000000"/>
                </a:solidFill>
                <a:latin typeface="Lexend" pitchFamily="34" charset="0"/>
                <a:ea typeface="Lexend" pitchFamily="34" charset="-122"/>
                <a:cs typeface="Lexend" pitchFamily="34" charset="-120"/>
              </a:rPr>
              <a:t>Chọn kỹ năng, </a:t>
            </a:r>
            <a:r>
              <a:rPr lang="en-US" sz="2300" dirty="0" err="1">
                <a:solidFill>
                  <a:srgbClr val="000000"/>
                </a:solidFill>
                <a:latin typeface="Lexend" pitchFamily="34" charset="0"/>
                <a:ea typeface="Lexend" pitchFamily="34" charset="-122"/>
                <a:cs typeface="Lexend" pitchFamily="34" charset="-120"/>
              </a:rPr>
              <a:t>nguồn</a:t>
            </a:r>
            <a:r>
              <a:rPr lang="en-US" sz="2300" dirty="0">
                <a:solidFill>
                  <a:srgbClr val="000000"/>
                </a:solidFill>
                <a:latin typeface="Lexend" pitchFamily="34" charset="0"/>
                <a:ea typeface="Lexend" pitchFamily="34" charset="-122"/>
                <a:cs typeface="Lexend" pitchFamily="34" charset="-120"/>
              </a:rPr>
              <a:t> </a:t>
            </a:r>
            <a:r>
              <a:rPr lang="vi-VN" sz="2300" dirty="0">
                <a:solidFill>
                  <a:srgbClr val="000000"/>
                </a:solidFill>
                <a:latin typeface="Lexend" pitchFamily="34" charset="0"/>
                <a:ea typeface="Lexend" pitchFamily="34" charset="-122"/>
                <a:cs typeface="Lexend" pitchFamily="34" charset="-120"/>
              </a:rPr>
              <a:t>học</a:t>
            </a:r>
            <a:endParaRPr lang="en-US" sz="2300" dirty="0"/>
          </a:p>
        </p:txBody>
      </p:sp>
      <p:sp>
        <p:nvSpPr>
          <p:cNvPr id="7" name="Text 14">
            <a:extLst>
              <a:ext uri="{FF2B5EF4-FFF2-40B4-BE49-F238E27FC236}">
                <a16:creationId xmlns:a16="http://schemas.microsoft.com/office/drawing/2014/main" id="{2A342E7E-C5B1-4429-AEC9-F7636B1512E4}"/>
              </a:ext>
            </a:extLst>
          </p:cNvPr>
          <p:cNvSpPr/>
          <p:nvPr/>
        </p:nvSpPr>
        <p:spPr>
          <a:xfrm>
            <a:off x="1064687" y="4183334"/>
            <a:ext cx="740153" cy="228600"/>
          </a:xfrm>
          <a:prstGeom prst="rect">
            <a:avLst/>
          </a:prstGeom>
          <a:noFill/>
          <a:ln/>
        </p:spPr>
        <p:txBody>
          <a:bodyPr wrap="none" lIns="0" tIns="0" rIns="0" bIns="0" rtlCol="0" anchor="t"/>
          <a:lstStyle/>
          <a:p>
            <a:pPr marL="0" indent="0" algn="l">
              <a:lnSpc>
                <a:spcPct val="83000"/>
              </a:lnSpc>
              <a:buNone/>
            </a:pPr>
            <a:r>
              <a:rPr lang="en-US" sz="1800" dirty="0">
                <a:solidFill>
                  <a:srgbClr val="A74127"/>
                </a:solidFill>
                <a:latin typeface="Lexend SemiBold" pitchFamily="34" charset="0"/>
                <a:ea typeface="Lexend SemiBold" pitchFamily="34" charset="-122"/>
                <a:cs typeface="Lexend SemiBold" pitchFamily="34" charset="-120"/>
              </a:rPr>
              <a:t>3</a:t>
            </a:r>
            <a:endParaRPr lang="en-US" sz="1800" dirty="0"/>
          </a:p>
        </p:txBody>
      </p:sp>
      <p:sp>
        <p:nvSpPr>
          <p:cNvPr id="8" name="Text 15">
            <a:extLst>
              <a:ext uri="{FF2B5EF4-FFF2-40B4-BE49-F238E27FC236}">
                <a16:creationId xmlns:a16="http://schemas.microsoft.com/office/drawing/2014/main" id="{3CA6FFCE-6002-4521-B60F-30206AA15F0D}"/>
              </a:ext>
            </a:extLst>
          </p:cNvPr>
          <p:cNvSpPr/>
          <p:nvPr/>
        </p:nvSpPr>
        <p:spPr>
          <a:xfrm>
            <a:off x="1693074" y="4054747"/>
            <a:ext cx="5025502" cy="276225"/>
          </a:xfrm>
          <a:prstGeom prst="rect">
            <a:avLst/>
          </a:prstGeom>
          <a:noFill/>
          <a:ln/>
        </p:spPr>
        <p:txBody>
          <a:bodyPr wrap="none" lIns="0" tIns="0" rIns="0" bIns="0" rtlCol="0" anchor="t"/>
          <a:lstStyle/>
          <a:p>
            <a:pPr marL="0" indent="0" algn="l">
              <a:lnSpc>
                <a:spcPct val="121000"/>
              </a:lnSpc>
              <a:buNone/>
            </a:pPr>
            <a:r>
              <a:rPr lang="en-US" sz="2300" dirty="0">
                <a:solidFill>
                  <a:srgbClr val="000000"/>
                </a:solidFill>
                <a:latin typeface="Lexend" pitchFamily="34" charset="0"/>
                <a:ea typeface="Lexend" pitchFamily="34" charset="-122"/>
                <a:cs typeface="Lexend" pitchFamily="34" charset="-120"/>
              </a:rPr>
              <a:t>Tạo lịch theo quỹ giờ mỗi tuần</a:t>
            </a:r>
            <a:endParaRPr lang="en-US" sz="2300" dirty="0"/>
          </a:p>
        </p:txBody>
      </p:sp>
      <p:sp>
        <p:nvSpPr>
          <p:cNvPr id="9" name="Text 16">
            <a:extLst>
              <a:ext uri="{FF2B5EF4-FFF2-40B4-BE49-F238E27FC236}">
                <a16:creationId xmlns:a16="http://schemas.microsoft.com/office/drawing/2014/main" id="{E5462DA4-2650-4F4A-BDB0-AF8537BD8176}"/>
              </a:ext>
            </a:extLst>
          </p:cNvPr>
          <p:cNvSpPr/>
          <p:nvPr/>
        </p:nvSpPr>
        <p:spPr>
          <a:xfrm>
            <a:off x="1064687" y="4944739"/>
            <a:ext cx="757715" cy="228600"/>
          </a:xfrm>
          <a:prstGeom prst="rect">
            <a:avLst/>
          </a:prstGeom>
          <a:noFill/>
          <a:ln/>
        </p:spPr>
        <p:txBody>
          <a:bodyPr wrap="none" lIns="0" tIns="0" rIns="0" bIns="0" rtlCol="0" anchor="t"/>
          <a:lstStyle/>
          <a:p>
            <a:pPr marL="0" indent="0" algn="l">
              <a:lnSpc>
                <a:spcPct val="83000"/>
              </a:lnSpc>
              <a:buNone/>
            </a:pPr>
            <a:r>
              <a:rPr lang="en-US" sz="1800" dirty="0">
                <a:solidFill>
                  <a:srgbClr val="A74127"/>
                </a:solidFill>
                <a:latin typeface="Lexend SemiBold" pitchFamily="34" charset="0"/>
                <a:ea typeface="Lexend SemiBold" pitchFamily="34" charset="-122"/>
                <a:cs typeface="Lexend SemiBold" pitchFamily="34" charset="-120"/>
              </a:rPr>
              <a:t>4</a:t>
            </a:r>
            <a:endParaRPr lang="en-US" sz="1800" dirty="0"/>
          </a:p>
        </p:txBody>
      </p:sp>
      <p:sp>
        <p:nvSpPr>
          <p:cNvPr id="10" name="Text 17">
            <a:extLst>
              <a:ext uri="{FF2B5EF4-FFF2-40B4-BE49-F238E27FC236}">
                <a16:creationId xmlns:a16="http://schemas.microsoft.com/office/drawing/2014/main" id="{A0286C4D-F5CF-467B-8382-E08DF04CBFDA}"/>
              </a:ext>
            </a:extLst>
          </p:cNvPr>
          <p:cNvSpPr/>
          <p:nvPr/>
        </p:nvSpPr>
        <p:spPr>
          <a:xfrm>
            <a:off x="1718671" y="4799532"/>
            <a:ext cx="5007941" cy="276225"/>
          </a:xfrm>
          <a:prstGeom prst="rect">
            <a:avLst/>
          </a:prstGeom>
          <a:noFill/>
          <a:ln/>
        </p:spPr>
        <p:txBody>
          <a:bodyPr wrap="none" lIns="0" tIns="0" rIns="0" bIns="0" rtlCol="0" anchor="t"/>
          <a:lstStyle/>
          <a:p>
            <a:pPr marL="0" indent="0" algn="l">
              <a:lnSpc>
                <a:spcPct val="121000"/>
              </a:lnSpc>
              <a:buNone/>
            </a:pPr>
            <a:r>
              <a:rPr lang="en-US" sz="2300" dirty="0">
                <a:solidFill>
                  <a:srgbClr val="000000"/>
                </a:solidFill>
                <a:latin typeface="Lexend" pitchFamily="34" charset="0"/>
                <a:ea typeface="Lexend" pitchFamily="34" charset="-122"/>
                <a:cs typeface="Lexend" pitchFamily="34" charset="-120"/>
              </a:rPr>
              <a:t>Theo </a:t>
            </a:r>
            <a:r>
              <a:rPr lang="en-US" sz="2300" dirty="0" err="1">
                <a:solidFill>
                  <a:srgbClr val="000000"/>
                </a:solidFill>
                <a:latin typeface="Lexend" pitchFamily="34" charset="0"/>
                <a:ea typeface="Lexend" pitchFamily="34" charset="-122"/>
                <a:cs typeface="Lexend" pitchFamily="34" charset="-120"/>
              </a:rPr>
              <a:t>dõi</a:t>
            </a:r>
            <a:r>
              <a:rPr lang="en-US" sz="2300" dirty="0">
                <a:solidFill>
                  <a:srgbClr val="000000"/>
                </a:solidFill>
                <a:latin typeface="Lexend" pitchFamily="34" charset="0"/>
                <a:ea typeface="Lexend" pitchFamily="34" charset="-122"/>
                <a:cs typeface="Lexend" pitchFamily="34" charset="-120"/>
              </a:rPr>
              <a:t> </a:t>
            </a:r>
            <a:r>
              <a:rPr lang="en-US" sz="2300" dirty="0" err="1">
                <a:solidFill>
                  <a:srgbClr val="000000"/>
                </a:solidFill>
                <a:latin typeface="Lexend" pitchFamily="34" charset="0"/>
                <a:ea typeface="Lexend" pitchFamily="34" charset="-122"/>
                <a:cs typeface="Lexend" pitchFamily="34" charset="-120"/>
              </a:rPr>
              <a:t>nhịp</a:t>
            </a:r>
            <a:r>
              <a:rPr lang="en-US" sz="2300" dirty="0">
                <a:solidFill>
                  <a:srgbClr val="000000"/>
                </a:solidFill>
                <a:latin typeface="Lexend" pitchFamily="34" charset="0"/>
                <a:ea typeface="Lexend" pitchFamily="34" charset="-122"/>
                <a:cs typeface="Lexend" pitchFamily="34" charset="-120"/>
              </a:rPr>
              <a:t> học</a:t>
            </a:r>
            <a:endParaRPr lang="en-US" sz="2300" dirty="0"/>
          </a:p>
        </p:txBody>
      </p:sp>
      <p:sp>
        <p:nvSpPr>
          <p:cNvPr id="11" name="Text 18">
            <a:extLst>
              <a:ext uri="{FF2B5EF4-FFF2-40B4-BE49-F238E27FC236}">
                <a16:creationId xmlns:a16="http://schemas.microsoft.com/office/drawing/2014/main" id="{8A89012F-C228-4C36-A5A5-A67A4271D1C3}"/>
              </a:ext>
            </a:extLst>
          </p:cNvPr>
          <p:cNvSpPr/>
          <p:nvPr/>
        </p:nvSpPr>
        <p:spPr>
          <a:xfrm>
            <a:off x="1064687" y="5706243"/>
            <a:ext cx="743824" cy="228600"/>
          </a:xfrm>
          <a:prstGeom prst="rect">
            <a:avLst/>
          </a:prstGeom>
          <a:noFill/>
          <a:ln/>
        </p:spPr>
        <p:txBody>
          <a:bodyPr wrap="none" lIns="0" tIns="0" rIns="0" bIns="0" rtlCol="0" anchor="t"/>
          <a:lstStyle/>
          <a:p>
            <a:pPr marL="0" indent="0" algn="l">
              <a:lnSpc>
                <a:spcPct val="83000"/>
              </a:lnSpc>
              <a:buNone/>
            </a:pPr>
            <a:r>
              <a:rPr lang="en-US" sz="1800" dirty="0">
                <a:solidFill>
                  <a:srgbClr val="A74127"/>
                </a:solidFill>
                <a:latin typeface="Lexend SemiBold" pitchFamily="34" charset="0"/>
                <a:ea typeface="Lexend SemiBold" pitchFamily="34" charset="-122"/>
                <a:cs typeface="Lexend SemiBold" pitchFamily="34" charset="-120"/>
              </a:rPr>
              <a:t>5</a:t>
            </a:r>
            <a:endParaRPr lang="en-US" sz="1800" dirty="0"/>
          </a:p>
        </p:txBody>
      </p:sp>
      <p:sp>
        <p:nvSpPr>
          <p:cNvPr id="12" name="Text 19">
            <a:extLst>
              <a:ext uri="{FF2B5EF4-FFF2-40B4-BE49-F238E27FC236}">
                <a16:creationId xmlns:a16="http://schemas.microsoft.com/office/drawing/2014/main" id="{A56491E3-0BF5-4DD5-9E9F-BE7663484F41}"/>
              </a:ext>
            </a:extLst>
          </p:cNvPr>
          <p:cNvSpPr/>
          <p:nvPr/>
        </p:nvSpPr>
        <p:spPr>
          <a:xfrm>
            <a:off x="1693074" y="5564912"/>
            <a:ext cx="5021831" cy="276225"/>
          </a:xfrm>
          <a:prstGeom prst="rect">
            <a:avLst/>
          </a:prstGeom>
          <a:noFill/>
          <a:ln/>
        </p:spPr>
        <p:txBody>
          <a:bodyPr wrap="none" lIns="0" tIns="0" rIns="0" bIns="0" rtlCol="0" anchor="t"/>
          <a:lstStyle/>
          <a:p>
            <a:pPr marL="0" indent="0" algn="l">
              <a:lnSpc>
                <a:spcPct val="121000"/>
              </a:lnSpc>
              <a:buNone/>
            </a:pPr>
            <a:r>
              <a:rPr lang="en-US" sz="2300" dirty="0">
                <a:solidFill>
                  <a:srgbClr val="000000"/>
                </a:solidFill>
                <a:latin typeface="Lexend" pitchFamily="34" charset="0"/>
                <a:ea typeface="Lexend" pitchFamily="34" charset="-122"/>
                <a:cs typeface="Lexend" pitchFamily="34" charset="-120"/>
              </a:rPr>
              <a:t>Dùng Guest hoặc Google để lưu kế hoạch</a:t>
            </a:r>
            <a:endParaRPr lang="en-US" sz="2300" dirty="0"/>
          </a:p>
        </p:txBody>
      </p:sp>
      <p:sp>
        <p:nvSpPr>
          <p:cNvPr id="13" name="Text 0">
            <a:extLst>
              <a:ext uri="{FF2B5EF4-FFF2-40B4-BE49-F238E27FC236}">
                <a16:creationId xmlns:a16="http://schemas.microsoft.com/office/drawing/2014/main" id="{6141C8C1-0D0C-46DA-AB15-A6F67A734F19}"/>
              </a:ext>
            </a:extLst>
          </p:cNvPr>
          <p:cNvSpPr/>
          <p:nvPr/>
        </p:nvSpPr>
        <p:spPr>
          <a:xfrm>
            <a:off x="584185" y="490934"/>
            <a:ext cx="116075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03</a:t>
            </a:r>
          </a:p>
          <a:p>
            <a:pPr marL="0" indent="0" algn="l">
              <a:lnSpc>
                <a:spcPct val="112000"/>
              </a:lnSpc>
              <a:buNone/>
            </a:pPr>
            <a:endParaRPr lang="en-US" sz="1250" dirty="0"/>
          </a:p>
        </p:txBody>
      </p:sp>
    </p:spTree>
    <p:extLst>
      <p:ext uri="{BB962C8B-B14F-4D97-AF65-F5344CB8AC3E}">
        <p14:creationId xmlns:p14="http://schemas.microsoft.com/office/powerpoint/2010/main" val="3251044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90F480F2-C03C-4A2E-AE02-434AED5E32B4}"/>
              </a:ext>
            </a:extLst>
          </p:cNvPr>
          <p:cNvSpPr/>
          <p:nvPr/>
        </p:nvSpPr>
        <p:spPr>
          <a:xfrm>
            <a:off x="559091" y="972268"/>
            <a:ext cx="11023324" cy="375642"/>
          </a:xfrm>
          <a:prstGeom prst="rect">
            <a:avLst/>
          </a:prstGeom>
          <a:noFill/>
          <a:ln/>
        </p:spPr>
        <p:txBody>
          <a:bodyPr wrap="none" lIns="0" tIns="0" rIns="0" bIns="0" rtlCol="0" anchor="t"/>
          <a:lstStyle/>
          <a:p>
            <a:pPr marL="0" indent="0" algn="l">
              <a:lnSpc>
                <a:spcPct val="85000"/>
              </a:lnSpc>
              <a:buNone/>
            </a:pPr>
            <a:r>
              <a:rPr lang="en-US" sz="4000" kern="100" spc="-43" dirty="0">
                <a:solidFill>
                  <a:srgbClr val="000000"/>
                </a:solidFill>
                <a:latin typeface="Lexend" pitchFamily="34" charset="0"/>
                <a:ea typeface="Lexend" pitchFamily="34" charset="-122"/>
                <a:cs typeface="Lexend" pitchFamily="34" charset="-120"/>
              </a:rPr>
              <a:t>Giao </a:t>
            </a:r>
            <a:r>
              <a:rPr lang="vi-VN" sz="4000" kern="100" spc="-43" dirty="0">
                <a:solidFill>
                  <a:srgbClr val="000000"/>
                </a:solidFill>
                <a:latin typeface="Lexend" pitchFamily="34" charset="0"/>
                <a:ea typeface="Lexend" pitchFamily="34" charset="-122"/>
                <a:cs typeface="Lexend" pitchFamily="34" charset="-120"/>
              </a:rPr>
              <a:t>diện cho desktop và mobile</a:t>
            </a:r>
            <a:endParaRPr lang="en-US" sz="4000" dirty="0"/>
          </a:p>
        </p:txBody>
      </p:sp>
      <p:sp>
        <p:nvSpPr>
          <p:cNvPr id="9" name="Text 0">
            <a:extLst>
              <a:ext uri="{FF2B5EF4-FFF2-40B4-BE49-F238E27FC236}">
                <a16:creationId xmlns:a16="http://schemas.microsoft.com/office/drawing/2014/main" id="{A6981195-5423-45B0-8B4E-D4D7F9A0E31D}"/>
              </a:ext>
            </a:extLst>
          </p:cNvPr>
          <p:cNvSpPr/>
          <p:nvPr/>
        </p:nvSpPr>
        <p:spPr>
          <a:xfrm>
            <a:off x="584185" y="490934"/>
            <a:ext cx="116075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04</a:t>
            </a:r>
            <a:endParaRPr lang="en-US" sz="1250" dirty="0"/>
          </a:p>
        </p:txBody>
      </p:sp>
      <p:sp>
        <p:nvSpPr>
          <p:cNvPr id="10" name="Một cột trên mobile">
            <a:extLst>
              <a:ext uri="{FF2B5EF4-FFF2-40B4-BE49-F238E27FC236}">
                <a16:creationId xmlns:a16="http://schemas.microsoft.com/office/drawing/2014/main" id="{0896A475-5006-4428-B489-424EBD17B477}"/>
              </a:ext>
            </a:extLst>
          </p:cNvPr>
          <p:cNvSpPr>
            <a:spLocks noGrp="1"/>
          </p:cNvSpPr>
          <p:nvPr/>
        </p:nvSpPr>
        <p:spPr>
          <a:xfrm>
            <a:off x="8599732" y="6126258"/>
            <a:ext cx="2982683" cy="361950"/>
          </a:xfrm>
          <a:prstGeom prst="rect">
            <a:avLst/>
          </a:prstGeom>
          <a:noFill/>
          <a:ln w="0">
            <a:noFill/>
          </a:ln>
        </p:spPr>
        <p:txBody>
          <a:bodyPr wrap="square" lIns="0" tIns="0" rIns="0" bIns="0" anchor="t">
            <a:noAutofit/>
          </a:bodyPr>
          <a:lstStyle>
            <a:defPPr algn="l">
              <a:defRPr sz="1650" b="1">
                <a:solidFill>
                  <a:srgbClr val="1C1A17"/>
                </a:solidFill>
                <a:latin typeface="Arial"/>
                <a:ea typeface="Arial"/>
                <a:cs typeface="Arial"/>
              </a:defRPr>
            </a:defPPr>
          </a:lstStyle>
          <a:p>
            <a:pPr algn="l">
              <a:defRPr sz="1650" b="1">
                <a:solidFill>
                  <a:srgbClr val="1C1A17"/>
                </a:solidFill>
                <a:latin typeface="Arial"/>
                <a:ea typeface="Arial"/>
                <a:cs typeface="Arial"/>
              </a:defRPr>
            </a:pPr>
            <a:r>
              <a:rPr sz="2300" b="1" dirty="0" err="1">
                <a:solidFill>
                  <a:srgbClr val="1C1A17"/>
                </a:solidFill>
                <a:latin typeface="Arial"/>
                <a:ea typeface="Arial"/>
                <a:cs typeface="Arial"/>
              </a:rPr>
              <a:t>Một</a:t>
            </a:r>
            <a:r>
              <a:rPr sz="2300" b="1" dirty="0">
                <a:solidFill>
                  <a:srgbClr val="1C1A17"/>
                </a:solidFill>
                <a:latin typeface="Arial"/>
                <a:ea typeface="Arial"/>
                <a:cs typeface="Arial"/>
              </a:rPr>
              <a:t> </a:t>
            </a:r>
            <a:r>
              <a:rPr sz="2300" b="1" dirty="0" err="1">
                <a:solidFill>
                  <a:srgbClr val="1C1A17"/>
                </a:solidFill>
                <a:latin typeface="Arial"/>
                <a:ea typeface="Arial"/>
                <a:cs typeface="Arial"/>
              </a:rPr>
              <a:t>cột</a:t>
            </a:r>
            <a:r>
              <a:rPr sz="2300" b="1" dirty="0">
                <a:solidFill>
                  <a:srgbClr val="1C1A17"/>
                </a:solidFill>
                <a:latin typeface="Arial"/>
                <a:ea typeface="Arial"/>
                <a:cs typeface="Arial"/>
              </a:rPr>
              <a:t> </a:t>
            </a:r>
            <a:r>
              <a:rPr sz="2300" b="1" dirty="0" err="1">
                <a:solidFill>
                  <a:srgbClr val="1C1A17"/>
                </a:solidFill>
                <a:latin typeface="Arial"/>
                <a:ea typeface="Arial"/>
                <a:cs typeface="Arial"/>
              </a:rPr>
              <a:t>trên</a:t>
            </a:r>
            <a:r>
              <a:rPr sz="2300" b="1" dirty="0">
                <a:solidFill>
                  <a:srgbClr val="1C1A17"/>
                </a:solidFill>
                <a:latin typeface="Arial"/>
                <a:ea typeface="Arial"/>
                <a:cs typeface="Arial"/>
              </a:rPr>
              <a:t> mobile</a:t>
            </a:r>
          </a:p>
        </p:txBody>
      </p:sp>
      <p:sp>
        <p:nvSpPr>
          <p:cNvPr id="11" name="Danh mục dễ quét, thao tác thống nhấ">
            <a:extLst>
              <a:ext uri="{FF2B5EF4-FFF2-40B4-BE49-F238E27FC236}">
                <a16:creationId xmlns:a16="http://schemas.microsoft.com/office/drawing/2014/main" id="{EB8D367F-E855-46E4-A58A-7EF3BBB4A90C}"/>
              </a:ext>
            </a:extLst>
          </p:cNvPr>
          <p:cNvSpPr>
            <a:spLocks noGrp="1"/>
          </p:cNvSpPr>
          <p:nvPr/>
        </p:nvSpPr>
        <p:spPr>
          <a:xfrm>
            <a:off x="693543" y="6108775"/>
            <a:ext cx="8058150" cy="342900"/>
          </a:xfrm>
          <a:prstGeom prst="rect">
            <a:avLst/>
          </a:prstGeom>
          <a:noFill/>
          <a:ln w="0">
            <a:noFill/>
          </a:ln>
        </p:spPr>
        <p:txBody>
          <a:bodyPr wrap="square" lIns="0" tIns="0" rIns="0" bIns="0" anchor="t">
            <a:noAutofit/>
          </a:bodyPr>
          <a:lstStyle>
            <a:defPPr algn="l">
              <a:defRPr sz="1800" b="1">
                <a:solidFill>
                  <a:srgbClr val="1C1A17"/>
                </a:solidFill>
                <a:latin typeface="Arial"/>
                <a:ea typeface="Arial"/>
                <a:cs typeface="Arial"/>
              </a:defRPr>
            </a:defPPr>
          </a:lstStyle>
          <a:p>
            <a:pPr algn="l">
              <a:defRPr sz="1800" b="1">
                <a:solidFill>
                  <a:srgbClr val="1C1A17"/>
                </a:solidFill>
                <a:latin typeface="Arial"/>
                <a:ea typeface="Arial"/>
                <a:cs typeface="Arial"/>
              </a:defRPr>
            </a:pPr>
            <a:r>
              <a:rPr lang="vi-VN" sz="2400" b="1" dirty="0">
                <a:solidFill>
                  <a:srgbClr val="1C1A17"/>
                </a:solidFill>
                <a:latin typeface="Arial"/>
                <a:ea typeface="Arial"/>
                <a:cs typeface="Arial"/>
              </a:rPr>
              <a:t>Mượt, dễ thao tác</a:t>
            </a:r>
            <a:endParaRPr sz="2400" b="1" dirty="0">
              <a:solidFill>
                <a:srgbClr val="1C1A17"/>
              </a:solidFill>
              <a:latin typeface="Arial"/>
              <a:ea typeface="Arial"/>
              <a:cs typeface="Arial"/>
            </a:endParaRPr>
          </a:p>
        </p:txBody>
      </p:sp>
      <p:pic>
        <p:nvPicPr>
          <p:cNvPr id="4" name="Picture 3">
            <a:extLst>
              <a:ext uri="{FF2B5EF4-FFF2-40B4-BE49-F238E27FC236}">
                <a16:creationId xmlns:a16="http://schemas.microsoft.com/office/drawing/2014/main" id="{1F6C42EA-1202-4E0A-B3C3-D0B4A35FA159}"/>
              </a:ext>
            </a:extLst>
          </p:cNvPr>
          <p:cNvPicPr>
            <a:picLocks noChangeAspect="1"/>
          </p:cNvPicPr>
          <p:nvPr/>
        </p:nvPicPr>
        <p:blipFill>
          <a:blip r:embed="rId3"/>
          <a:srcRect t="6061"/>
          <a:stretch>
            <a:fillRect/>
          </a:stretch>
        </p:blipFill>
        <p:spPr>
          <a:xfrm>
            <a:off x="693543" y="2139696"/>
            <a:ext cx="7598005" cy="3786798"/>
          </a:xfrm>
          <a:prstGeom prst="rect">
            <a:avLst/>
          </a:prstGeom>
        </p:spPr>
      </p:pic>
      <p:pic>
        <p:nvPicPr>
          <p:cNvPr id="5" name="Picture 4">
            <a:extLst>
              <a:ext uri="{FF2B5EF4-FFF2-40B4-BE49-F238E27FC236}">
                <a16:creationId xmlns:a16="http://schemas.microsoft.com/office/drawing/2014/main" id="{AE622F04-1A2A-4CEF-B9A5-DC300433D5B9}"/>
              </a:ext>
            </a:extLst>
          </p:cNvPr>
          <p:cNvPicPr>
            <a:picLocks noChangeAspect="1"/>
          </p:cNvPicPr>
          <p:nvPr/>
        </p:nvPicPr>
        <p:blipFill>
          <a:blip r:embed="rId4"/>
          <a:srcRect t="10111" b="1604"/>
          <a:stretch>
            <a:fillRect/>
          </a:stretch>
        </p:blipFill>
        <p:spPr>
          <a:xfrm>
            <a:off x="8922879" y="1404079"/>
            <a:ext cx="2336388" cy="44816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78126" y="1317568"/>
            <a:ext cx="11023324" cy="375642"/>
          </a:xfrm>
          <a:prstGeom prst="rect">
            <a:avLst/>
          </a:prstGeom>
          <a:noFill/>
          <a:ln/>
        </p:spPr>
        <p:txBody>
          <a:bodyPr wrap="none" lIns="0" tIns="0" rIns="0" bIns="0" rtlCol="0" anchor="t"/>
          <a:lstStyle/>
          <a:p>
            <a:pPr marL="0" indent="0" algn="l">
              <a:lnSpc>
                <a:spcPct val="85000"/>
              </a:lnSpc>
              <a:buNone/>
            </a:pPr>
            <a:r>
              <a:rPr lang="vi-VN" sz="4000" kern="100" spc="-43" dirty="0">
                <a:solidFill>
                  <a:srgbClr val="000000"/>
                </a:solidFill>
                <a:latin typeface="Lexend" pitchFamily="34" charset="0"/>
                <a:ea typeface="Lexend" pitchFamily="34" charset="-122"/>
                <a:cs typeface="Lexend" pitchFamily="34" charset="-120"/>
              </a:rPr>
              <a:t>5 </a:t>
            </a:r>
            <a:r>
              <a:rPr lang="en-US" sz="4000" kern="100" spc="-43" dirty="0" err="1">
                <a:solidFill>
                  <a:srgbClr val="000000"/>
                </a:solidFill>
                <a:latin typeface="Lexend" pitchFamily="34" charset="0"/>
                <a:ea typeface="Lexend" pitchFamily="34" charset="-122"/>
                <a:cs typeface="Lexend" pitchFamily="34" charset="-120"/>
              </a:rPr>
              <a:t>trang</a:t>
            </a:r>
            <a:r>
              <a:rPr lang="vi-VN" sz="4000" kern="100" spc="-43" dirty="0">
                <a:solidFill>
                  <a:srgbClr val="000000"/>
                </a:solidFill>
                <a:latin typeface="Lexend" pitchFamily="34" charset="0"/>
                <a:ea typeface="Lexend" pitchFamily="34" charset="-122"/>
                <a:cs typeface="Lexend" pitchFamily="34" charset="-120"/>
              </a:rPr>
              <a:t> chính</a:t>
            </a:r>
            <a:endParaRPr lang="en-US" sz="4000" dirty="0"/>
          </a:p>
        </p:txBody>
      </p:sp>
      <p:sp>
        <p:nvSpPr>
          <p:cNvPr id="29" name="01">
            <a:extLst>
              <a:ext uri="{FF2B5EF4-FFF2-40B4-BE49-F238E27FC236}">
                <a16:creationId xmlns:a16="http://schemas.microsoft.com/office/drawing/2014/main" id="{7E15E649-82C1-4F69-B07F-DD8AA00692F6}"/>
              </a:ext>
            </a:extLst>
          </p:cNvPr>
          <p:cNvSpPr>
            <a:spLocks noGrp="1"/>
          </p:cNvSpPr>
          <p:nvPr/>
        </p:nvSpPr>
        <p:spPr>
          <a:xfrm>
            <a:off x="609600" y="2286000"/>
            <a:ext cx="1619250" cy="514350"/>
          </a:xfrm>
          <a:prstGeom prst="rect">
            <a:avLst/>
          </a:prstGeom>
          <a:noFill/>
          <a:ln w="0">
            <a:noFill/>
          </a:ln>
        </p:spPr>
        <p:txBody>
          <a:bodyPr wrap="square" lIns="0" tIns="0" rIns="0" bIns="0" anchor="t">
            <a:noAutofit/>
          </a:bodyPr>
          <a:lstStyle>
            <a:defPPr algn="l">
              <a:defRPr sz="3150" b="0">
                <a:solidFill>
                  <a:srgbClr val="A74127"/>
                </a:solidFill>
                <a:latin typeface="Arial"/>
                <a:ea typeface="Arial"/>
                <a:cs typeface="Arial"/>
              </a:defRPr>
            </a:defPPr>
          </a:lstStyle>
          <a:p>
            <a:pPr algn="l">
              <a:defRPr sz="3150" b="0">
                <a:solidFill>
                  <a:srgbClr val="A74127"/>
                </a:solidFill>
                <a:latin typeface="Arial"/>
                <a:ea typeface="Arial"/>
                <a:cs typeface="Arial"/>
              </a:defRPr>
            </a:pPr>
            <a:r>
              <a:rPr sz="3150" b="0">
                <a:solidFill>
                  <a:srgbClr val="A74127"/>
                </a:solidFill>
                <a:latin typeface="Arial"/>
                <a:ea typeface="Arial"/>
                <a:cs typeface="Arial"/>
              </a:rPr>
              <a:t>01</a:t>
            </a:r>
          </a:p>
        </p:txBody>
      </p:sp>
      <p:sp>
        <p:nvSpPr>
          <p:cNvPr id="30" name="Explore">
            <a:extLst>
              <a:ext uri="{FF2B5EF4-FFF2-40B4-BE49-F238E27FC236}">
                <a16:creationId xmlns:a16="http://schemas.microsoft.com/office/drawing/2014/main" id="{FD9E050E-E84A-4CA5-9FAC-5CA648DC1B8B}"/>
              </a:ext>
            </a:extLst>
          </p:cNvPr>
          <p:cNvSpPr>
            <a:spLocks noGrp="1"/>
          </p:cNvSpPr>
          <p:nvPr/>
        </p:nvSpPr>
        <p:spPr>
          <a:xfrm>
            <a:off x="609600" y="2895600"/>
            <a:ext cx="2000250" cy="457200"/>
          </a:xfrm>
          <a:prstGeom prst="rect">
            <a:avLst/>
          </a:prstGeom>
          <a:noFill/>
          <a:ln w="0">
            <a:noFill/>
          </a:ln>
        </p:spPr>
        <p:txBody>
          <a:bodyPr wrap="square" lIns="0" tIns="0" rIns="0" bIns="0" anchor="t">
            <a:noAutofit/>
          </a:bodyPr>
          <a:lstStyle>
            <a:defPPr algn="l">
              <a:defRPr sz="2100" b="1">
                <a:solidFill>
                  <a:srgbClr val="1C1A17"/>
                </a:solidFill>
                <a:latin typeface="Arial"/>
                <a:ea typeface="Arial"/>
                <a:cs typeface="Arial"/>
              </a:defRPr>
            </a:defPPr>
          </a:lstStyle>
          <a:p>
            <a:pPr algn="l">
              <a:defRPr sz="2100" b="1">
                <a:solidFill>
                  <a:srgbClr val="1C1A17"/>
                </a:solidFill>
                <a:latin typeface="Arial"/>
                <a:ea typeface="Arial"/>
                <a:cs typeface="Arial"/>
              </a:defRPr>
            </a:pPr>
            <a:r>
              <a:rPr sz="2100" b="1">
                <a:solidFill>
                  <a:srgbClr val="1C1A17"/>
                </a:solidFill>
                <a:latin typeface="Arial"/>
                <a:ea typeface="Arial"/>
                <a:cs typeface="Arial"/>
              </a:rPr>
              <a:t>Explore</a:t>
            </a:r>
          </a:p>
        </p:txBody>
      </p:sp>
      <p:sp>
        <p:nvSpPr>
          <p:cNvPr id="31" name="Khám phá hướng">
            <a:extLst>
              <a:ext uri="{FF2B5EF4-FFF2-40B4-BE49-F238E27FC236}">
                <a16:creationId xmlns:a16="http://schemas.microsoft.com/office/drawing/2014/main" id="{036CC073-5159-43C0-A751-80902BD8B2D9}"/>
              </a:ext>
            </a:extLst>
          </p:cNvPr>
          <p:cNvSpPr>
            <a:spLocks noGrp="1"/>
          </p:cNvSpPr>
          <p:nvPr/>
        </p:nvSpPr>
        <p:spPr>
          <a:xfrm>
            <a:off x="609600" y="3429000"/>
            <a:ext cx="2000250" cy="533400"/>
          </a:xfrm>
          <a:prstGeom prst="rect">
            <a:avLst/>
          </a:prstGeom>
          <a:noFill/>
          <a:ln w="0">
            <a:noFill/>
          </a:ln>
        </p:spPr>
        <p:txBody>
          <a:bodyPr wrap="square" lIns="0" tIns="0" rIns="0" bIns="0" anchor="t">
            <a:noAutofit/>
          </a:bodyPr>
          <a:lstStyle>
            <a:defPPr algn="l">
              <a:defRPr sz="1650" b="0">
                <a:solidFill>
                  <a:srgbClr val="1C1A17"/>
                </a:solidFill>
                <a:latin typeface="Arial"/>
                <a:ea typeface="Arial"/>
                <a:cs typeface="Arial"/>
              </a:defRPr>
            </a:defPPr>
          </a:lstStyle>
          <a:p>
            <a:pPr algn="l">
              <a:defRPr sz="1650" b="0">
                <a:solidFill>
                  <a:srgbClr val="1C1A17"/>
                </a:solidFill>
                <a:latin typeface="Arial"/>
                <a:ea typeface="Arial"/>
                <a:cs typeface="Arial"/>
              </a:defRPr>
            </a:pPr>
            <a:r>
              <a:rPr sz="1650" b="0">
                <a:solidFill>
                  <a:srgbClr val="1C1A17"/>
                </a:solidFill>
                <a:latin typeface="Arial"/>
                <a:ea typeface="Arial"/>
                <a:cs typeface="Arial"/>
              </a:rPr>
              <a:t>Khám phá hướng</a:t>
            </a:r>
          </a:p>
        </p:txBody>
      </p:sp>
      <p:sp>
        <p:nvSpPr>
          <p:cNvPr id="32" name="02">
            <a:extLst>
              <a:ext uri="{FF2B5EF4-FFF2-40B4-BE49-F238E27FC236}">
                <a16:creationId xmlns:a16="http://schemas.microsoft.com/office/drawing/2014/main" id="{9C2105FD-2790-46BA-AAF2-C22749D7FF04}"/>
              </a:ext>
            </a:extLst>
          </p:cNvPr>
          <p:cNvSpPr>
            <a:spLocks noGrp="1"/>
          </p:cNvSpPr>
          <p:nvPr/>
        </p:nvSpPr>
        <p:spPr>
          <a:xfrm>
            <a:off x="2857500" y="2286000"/>
            <a:ext cx="1619250" cy="514350"/>
          </a:xfrm>
          <a:prstGeom prst="rect">
            <a:avLst/>
          </a:prstGeom>
          <a:noFill/>
          <a:ln w="0">
            <a:noFill/>
          </a:ln>
        </p:spPr>
        <p:txBody>
          <a:bodyPr wrap="square" lIns="0" tIns="0" rIns="0" bIns="0" anchor="t">
            <a:noAutofit/>
          </a:bodyPr>
          <a:lstStyle>
            <a:defPPr algn="l">
              <a:defRPr sz="3150" b="0">
                <a:solidFill>
                  <a:srgbClr val="A74127"/>
                </a:solidFill>
                <a:latin typeface="Arial"/>
                <a:ea typeface="Arial"/>
                <a:cs typeface="Arial"/>
              </a:defRPr>
            </a:defPPr>
          </a:lstStyle>
          <a:p>
            <a:pPr algn="l">
              <a:defRPr sz="3150" b="0">
                <a:solidFill>
                  <a:srgbClr val="A74127"/>
                </a:solidFill>
                <a:latin typeface="Arial"/>
                <a:ea typeface="Arial"/>
                <a:cs typeface="Arial"/>
              </a:defRPr>
            </a:pPr>
            <a:r>
              <a:rPr sz="3150" b="0">
                <a:solidFill>
                  <a:srgbClr val="A74127"/>
                </a:solidFill>
                <a:latin typeface="Arial"/>
                <a:ea typeface="Arial"/>
                <a:cs typeface="Arial"/>
              </a:rPr>
              <a:t>02</a:t>
            </a:r>
          </a:p>
        </p:txBody>
      </p:sp>
      <p:sp>
        <p:nvSpPr>
          <p:cNvPr id="33" name="Path detail">
            <a:extLst>
              <a:ext uri="{FF2B5EF4-FFF2-40B4-BE49-F238E27FC236}">
                <a16:creationId xmlns:a16="http://schemas.microsoft.com/office/drawing/2014/main" id="{20585331-D4D6-4568-9BB2-D2E59782CC3D}"/>
              </a:ext>
            </a:extLst>
          </p:cNvPr>
          <p:cNvSpPr>
            <a:spLocks noGrp="1"/>
          </p:cNvSpPr>
          <p:nvPr/>
        </p:nvSpPr>
        <p:spPr>
          <a:xfrm>
            <a:off x="2857500" y="2895600"/>
            <a:ext cx="2000250" cy="457200"/>
          </a:xfrm>
          <a:prstGeom prst="rect">
            <a:avLst/>
          </a:prstGeom>
          <a:noFill/>
          <a:ln w="0">
            <a:noFill/>
          </a:ln>
        </p:spPr>
        <p:txBody>
          <a:bodyPr wrap="square" lIns="0" tIns="0" rIns="0" bIns="0" anchor="t">
            <a:noAutofit/>
          </a:bodyPr>
          <a:lstStyle>
            <a:defPPr algn="l">
              <a:defRPr sz="2100" b="1">
                <a:solidFill>
                  <a:srgbClr val="1C1A17"/>
                </a:solidFill>
                <a:latin typeface="Arial"/>
                <a:ea typeface="Arial"/>
                <a:cs typeface="Arial"/>
              </a:defRPr>
            </a:defPPr>
          </a:lstStyle>
          <a:p>
            <a:pPr algn="l">
              <a:defRPr sz="2100" b="1">
                <a:solidFill>
                  <a:srgbClr val="1C1A17"/>
                </a:solidFill>
                <a:latin typeface="Arial"/>
                <a:ea typeface="Arial"/>
                <a:cs typeface="Arial"/>
              </a:defRPr>
            </a:pPr>
            <a:r>
              <a:rPr sz="2100" b="1">
                <a:solidFill>
                  <a:srgbClr val="1C1A17"/>
                </a:solidFill>
                <a:latin typeface="Arial"/>
                <a:ea typeface="Arial"/>
                <a:cs typeface="Arial"/>
              </a:rPr>
              <a:t>Path detail</a:t>
            </a:r>
          </a:p>
        </p:txBody>
      </p:sp>
      <p:sp>
        <p:nvSpPr>
          <p:cNvPr id="34" name="Xem kỹ năng và nguồn">
            <a:extLst>
              <a:ext uri="{FF2B5EF4-FFF2-40B4-BE49-F238E27FC236}">
                <a16:creationId xmlns:a16="http://schemas.microsoft.com/office/drawing/2014/main" id="{82F1ADCA-E9CC-41DF-AEEB-68D52DC52D0C}"/>
              </a:ext>
            </a:extLst>
          </p:cNvPr>
          <p:cNvSpPr>
            <a:spLocks noGrp="1"/>
          </p:cNvSpPr>
          <p:nvPr/>
        </p:nvSpPr>
        <p:spPr>
          <a:xfrm>
            <a:off x="2857500" y="3429000"/>
            <a:ext cx="2000250" cy="533400"/>
          </a:xfrm>
          <a:prstGeom prst="rect">
            <a:avLst/>
          </a:prstGeom>
          <a:noFill/>
          <a:ln w="0">
            <a:noFill/>
          </a:ln>
        </p:spPr>
        <p:txBody>
          <a:bodyPr wrap="square" lIns="0" tIns="0" rIns="0" bIns="0" anchor="t">
            <a:noAutofit/>
          </a:bodyPr>
          <a:lstStyle>
            <a:defPPr algn="l">
              <a:defRPr sz="1650" b="0">
                <a:solidFill>
                  <a:srgbClr val="1C1A17"/>
                </a:solidFill>
                <a:latin typeface="Arial"/>
                <a:ea typeface="Arial"/>
                <a:cs typeface="Arial"/>
              </a:defRPr>
            </a:defPPr>
          </a:lstStyle>
          <a:p>
            <a:pPr algn="l">
              <a:defRPr sz="1650" b="0">
                <a:solidFill>
                  <a:srgbClr val="1C1A17"/>
                </a:solidFill>
                <a:latin typeface="Arial"/>
                <a:ea typeface="Arial"/>
                <a:cs typeface="Arial"/>
              </a:defRPr>
            </a:pPr>
            <a:r>
              <a:rPr sz="1650" b="0">
                <a:solidFill>
                  <a:srgbClr val="1C1A17"/>
                </a:solidFill>
                <a:latin typeface="Arial"/>
                <a:ea typeface="Arial"/>
                <a:cs typeface="Arial"/>
              </a:rPr>
              <a:t>Xem kỹ năng và nguồn</a:t>
            </a:r>
          </a:p>
        </p:txBody>
      </p:sp>
      <p:sp>
        <p:nvSpPr>
          <p:cNvPr id="35" name="03">
            <a:extLst>
              <a:ext uri="{FF2B5EF4-FFF2-40B4-BE49-F238E27FC236}">
                <a16:creationId xmlns:a16="http://schemas.microsoft.com/office/drawing/2014/main" id="{C0F3AC8D-9418-426B-B0E9-8527641FF180}"/>
              </a:ext>
            </a:extLst>
          </p:cNvPr>
          <p:cNvSpPr>
            <a:spLocks noGrp="1"/>
          </p:cNvSpPr>
          <p:nvPr/>
        </p:nvSpPr>
        <p:spPr>
          <a:xfrm>
            <a:off x="5105400" y="2286000"/>
            <a:ext cx="1619250" cy="514350"/>
          </a:xfrm>
          <a:prstGeom prst="rect">
            <a:avLst/>
          </a:prstGeom>
          <a:noFill/>
          <a:ln w="0">
            <a:noFill/>
          </a:ln>
        </p:spPr>
        <p:txBody>
          <a:bodyPr wrap="square" lIns="0" tIns="0" rIns="0" bIns="0" anchor="t">
            <a:noAutofit/>
          </a:bodyPr>
          <a:lstStyle>
            <a:defPPr algn="l">
              <a:defRPr sz="3150" b="0">
                <a:solidFill>
                  <a:srgbClr val="A74127"/>
                </a:solidFill>
                <a:latin typeface="Arial"/>
                <a:ea typeface="Arial"/>
                <a:cs typeface="Arial"/>
              </a:defRPr>
            </a:defPPr>
          </a:lstStyle>
          <a:p>
            <a:pPr algn="l">
              <a:defRPr sz="3150" b="0">
                <a:solidFill>
                  <a:srgbClr val="A74127"/>
                </a:solidFill>
                <a:latin typeface="Arial"/>
                <a:ea typeface="Arial"/>
                <a:cs typeface="Arial"/>
              </a:defRPr>
            </a:pPr>
            <a:r>
              <a:rPr sz="3150" b="0">
                <a:solidFill>
                  <a:srgbClr val="A74127"/>
                </a:solidFill>
                <a:latin typeface="Arial"/>
                <a:ea typeface="Arial"/>
                <a:cs typeface="Arial"/>
              </a:rPr>
              <a:t>03</a:t>
            </a:r>
          </a:p>
        </p:txBody>
      </p:sp>
      <p:sp>
        <p:nvSpPr>
          <p:cNvPr id="36" name="My roadmap">
            <a:extLst>
              <a:ext uri="{FF2B5EF4-FFF2-40B4-BE49-F238E27FC236}">
                <a16:creationId xmlns:a16="http://schemas.microsoft.com/office/drawing/2014/main" id="{6197F2E2-084B-447D-8985-6D1FDFA40C4E}"/>
              </a:ext>
            </a:extLst>
          </p:cNvPr>
          <p:cNvSpPr>
            <a:spLocks noGrp="1"/>
          </p:cNvSpPr>
          <p:nvPr/>
        </p:nvSpPr>
        <p:spPr>
          <a:xfrm>
            <a:off x="5105400" y="2895600"/>
            <a:ext cx="2000250" cy="457200"/>
          </a:xfrm>
          <a:prstGeom prst="rect">
            <a:avLst/>
          </a:prstGeom>
          <a:noFill/>
          <a:ln w="0">
            <a:noFill/>
          </a:ln>
        </p:spPr>
        <p:txBody>
          <a:bodyPr wrap="square" lIns="0" tIns="0" rIns="0" bIns="0" anchor="t">
            <a:noAutofit/>
          </a:bodyPr>
          <a:lstStyle>
            <a:defPPr algn="l">
              <a:defRPr sz="2100" b="1">
                <a:solidFill>
                  <a:srgbClr val="1C1A17"/>
                </a:solidFill>
                <a:latin typeface="Arial"/>
                <a:ea typeface="Arial"/>
                <a:cs typeface="Arial"/>
              </a:defRPr>
            </a:defPPr>
          </a:lstStyle>
          <a:p>
            <a:pPr algn="l">
              <a:defRPr sz="2100" b="1">
                <a:solidFill>
                  <a:srgbClr val="1C1A17"/>
                </a:solidFill>
                <a:latin typeface="Arial"/>
                <a:ea typeface="Arial"/>
                <a:cs typeface="Arial"/>
              </a:defRPr>
            </a:pPr>
            <a:r>
              <a:rPr sz="2100" b="1">
                <a:solidFill>
                  <a:srgbClr val="1C1A17"/>
                </a:solidFill>
                <a:latin typeface="Arial"/>
                <a:ea typeface="Arial"/>
                <a:cs typeface="Arial"/>
              </a:rPr>
              <a:t>My roadmap</a:t>
            </a:r>
          </a:p>
        </p:txBody>
      </p:sp>
      <p:sp>
        <p:nvSpPr>
          <p:cNvPr id="37" name="Tùy chỉnh lựa chọn">
            <a:extLst>
              <a:ext uri="{FF2B5EF4-FFF2-40B4-BE49-F238E27FC236}">
                <a16:creationId xmlns:a16="http://schemas.microsoft.com/office/drawing/2014/main" id="{5CDC41A1-C9B4-4080-BA17-A4476D29E74D}"/>
              </a:ext>
            </a:extLst>
          </p:cNvPr>
          <p:cNvSpPr>
            <a:spLocks noGrp="1"/>
          </p:cNvSpPr>
          <p:nvPr/>
        </p:nvSpPr>
        <p:spPr>
          <a:xfrm>
            <a:off x="5105400" y="3429000"/>
            <a:ext cx="2000250" cy="533400"/>
          </a:xfrm>
          <a:prstGeom prst="rect">
            <a:avLst/>
          </a:prstGeom>
          <a:noFill/>
          <a:ln w="0">
            <a:noFill/>
          </a:ln>
        </p:spPr>
        <p:txBody>
          <a:bodyPr wrap="square" lIns="0" tIns="0" rIns="0" bIns="0" anchor="t">
            <a:noAutofit/>
          </a:bodyPr>
          <a:lstStyle>
            <a:defPPr algn="l">
              <a:defRPr sz="1650" b="0">
                <a:solidFill>
                  <a:srgbClr val="1C1A17"/>
                </a:solidFill>
                <a:latin typeface="Arial"/>
                <a:ea typeface="Arial"/>
                <a:cs typeface="Arial"/>
              </a:defRPr>
            </a:defPPr>
          </a:lstStyle>
          <a:p>
            <a:pPr algn="l">
              <a:defRPr sz="1650" b="0">
                <a:solidFill>
                  <a:srgbClr val="1C1A17"/>
                </a:solidFill>
                <a:latin typeface="Arial"/>
                <a:ea typeface="Arial"/>
                <a:cs typeface="Arial"/>
              </a:defRPr>
            </a:pPr>
            <a:r>
              <a:rPr sz="1650" b="0">
                <a:solidFill>
                  <a:srgbClr val="1C1A17"/>
                </a:solidFill>
                <a:latin typeface="Arial"/>
                <a:ea typeface="Arial"/>
                <a:cs typeface="Arial"/>
              </a:rPr>
              <a:t>Tùy chỉnh lựa chọn</a:t>
            </a:r>
          </a:p>
        </p:txBody>
      </p:sp>
      <p:sp>
        <p:nvSpPr>
          <p:cNvPr id="38" name="04">
            <a:extLst>
              <a:ext uri="{FF2B5EF4-FFF2-40B4-BE49-F238E27FC236}">
                <a16:creationId xmlns:a16="http://schemas.microsoft.com/office/drawing/2014/main" id="{5941FFCD-A13D-49D6-869E-4537829BDFBF}"/>
              </a:ext>
            </a:extLst>
          </p:cNvPr>
          <p:cNvSpPr>
            <a:spLocks noGrp="1"/>
          </p:cNvSpPr>
          <p:nvPr/>
        </p:nvSpPr>
        <p:spPr>
          <a:xfrm>
            <a:off x="7353300" y="2286000"/>
            <a:ext cx="1619250" cy="514350"/>
          </a:xfrm>
          <a:prstGeom prst="rect">
            <a:avLst/>
          </a:prstGeom>
          <a:noFill/>
          <a:ln w="0">
            <a:noFill/>
          </a:ln>
        </p:spPr>
        <p:txBody>
          <a:bodyPr wrap="square" lIns="0" tIns="0" rIns="0" bIns="0" anchor="t">
            <a:noAutofit/>
          </a:bodyPr>
          <a:lstStyle>
            <a:defPPr algn="l">
              <a:defRPr sz="3150" b="0">
                <a:solidFill>
                  <a:srgbClr val="A74127"/>
                </a:solidFill>
                <a:latin typeface="Arial"/>
                <a:ea typeface="Arial"/>
                <a:cs typeface="Arial"/>
              </a:defRPr>
            </a:defPPr>
          </a:lstStyle>
          <a:p>
            <a:pPr algn="l">
              <a:defRPr sz="3150" b="0">
                <a:solidFill>
                  <a:srgbClr val="A74127"/>
                </a:solidFill>
                <a:latin typeface="Arial"/>
                <a:ea typeface="Arial"/>
                <a:cs typeface="Arial"/>
              </a:defRPr>
            </a:pPr>
            <a:r>
              <a:rPr sz="3150" b="0">
                <a:solidFill>
                  <a:srgbClr val="A74127"/>
                </a:solidFill>
                <a:latin typeface="Arial"/>
                <a:ea typeface="Arial"/>
                <a:cs typeface="Arial"/>
              </a:rPr>
              <a:t>04</a:t>
            </a:r>
          </a:p>
        </p:txBody>
      </p:sp>
      <p:sp>
        <p:nvSpPr>
          <p:cNvPr id="39" name="My plan">
            <a:extLst>
              <a:ext uri="{FF2B5EF4-FFF2-40B4-BE49-F238E27FC236}">
                <a16:creationId xmlns:a16="http://schemas.microsoft.com/office/drawing/2014/main" id="{A602FC9D-5B8B-48FC-BCDD-0F41ECC80AFA}"/>
              </a:ext>
            </a:extLst>
          </p:cNvPr>
          <p:cNvSpPr>
            <a:spLocks noGrp="1"/>
          </p:cNvSpPr>
          <p:nvPr/>
        </p:nvSpPr>
        <p:spPr>
          <a:xfrm>
            <a:off x="7353300" y="2895600"/>
            <a:ext cx="2000250" cy="457200"/>
          </a:xfrm>
          <a:prstGeom prst="rect">
            <a:avLst/>
          </a:prstGeom>
          <a:noFill/>
          <a:ln w="0">
            <a:noFill/>
          </a:ln>
        </p:spPr>
        <p:txBody>
          <a:bodyPr wrap="square" lIns="0" tIns="0" rIns="0" bIns="0" anchor="t">
            <a:noAutofit/>
          </a:bodyPr>
          <a:lstStyle>
            <a:defPPr algn="l">
              <a:defRPr sz="2100" b="1">
                <a:solidFill>
                  <a:srgbClr val="1C1A17"/>
                </a:solidFill>
                <a:latin typeface="Arial"/>
                <a:ea typeface="Arial"/>
                <a:cs typeface="Arial"/>
              </a:defRPr>
            </a:defPPr>
          </a:lstStyle>
          <a:p>
            <a:pPr algn="l">
              <a:defRPr sz="2100" b="1">
                <a:solidFill>
                  <a:srgbClr val="1C1A17"/>
                </a:solidFill>
                <a:latin typeface="Arial"/>
                <a:ea typeface="Arial"/>
                <a:cs typeface="Arial"/>
              </a:defRPr>
            </a:pPr>
            <a:r>
              <a:rPr sz="2100" b="1">
                <a:solidFill>
                  <a:srgbClr val="1C1A17"/>
                </a:solidFill>
                <a:latin typeface="Arial"/>
                <a:ea typeface="Arial"/>
                <a:cs typeface="Arial"/>
              </a:rPr>
              <a:t>My plan</a:t>
            </a:r>
          </a:p>
        </p:txBody>
      </p:sp>
      <p:sp>
        <p:nvSpPr>
          <p:cNvPr id="40" name="Học theo lịch tuần">
            <a:extLst>
              <a:ext uri="{FF2B5EF4-FFF2-40B4-BE49-F238E27FC236}">
                <a16:creationId xmlns:a16="http://schemas.microsoft.com/office/drawing/2014/main" id="{AD76F565-61B7-4A7F-ABE9-7D29ED1ABB1B}"/>
              </a:ext>
            </a:extLst>
          </p:cNvPr>
          <p:cNvSpPr>
            <a:spLocks noGrp="1"/>
          </p:cNvSpPr>
          <p:nvPr/>
        </p:nvSpPr>
        <p:spPr>
          <a:xfrm>
            <a:off x="7353300" y="3429000"/>
            <a:ext cx="2000250" cy="533400"/>
          </a:xfrm>
          <a:prstGeom prst="rect">
            <a:avLst/>
          </a:prstGeom>
          <a:noFill/>
          <a:ln w="0">
            <a:noFill/>
          </a:ln>
        </p:spPr>
        <p:txBody>
          <a:bodyPr wrap="square" lIns="0" tIns="0" rIns="0" bIns="0" anchor="t">
            <a:noAutofit/>
          </a:bodyPr>
          <a:lstStyle>
            <a:defPPr algn="l">
              <a:defRPr sz="1650" b="0">
                <a:solidFill>
                  <a:srgbClr val="1C1A17"/>
                </a:solidFill>
                <a:latin typeface="Arial"/>
                <a:ea typeface="Arial"/>
                <a:cs typeface="Arial"/>
              </a:defRPr>
            </a:defPPr>
          </a:lstStyle>
          <a:p>
            <a:pPr algn="l">
              <a:defRPr sz="1650" b="0">
                <a:solidFill>
                  <a:srgbClr val="1C1A17"/>
                </a:solidFill>
                <a:latin typeface="Arial"/>
                <a:ea typeface="Arial"/>
                <a:cs typeface="Arial"/>
              </a:defRPr>
            </a:pPr>
            <a:r>
              <a:rPr sz="1650" b="0">
                <a:solidFill>
                  <a:srgbClr val="1C1A17"/>
                </a:solidFill>
                <a:latin typeface="Arial"/>
                <a:ea typeface="Arial"/>
                <a:cs typeface="Arial"/>
              </a:rPr>
              <a:t>Học theo lịch tuần</a:t>
            </a:r>
          </a:p>
        </p:txBody>
      </p:sp>
      <p:sp>
        <p:nvSpPr>
          <p:cNvPr id="41" name="05">
            <a:extLst>
              <a:ext uri="{FF2B5EF4-FFF2-40B4-BE49-F238E27FC236}">
                <a16:creationId xmlns:a16="http://schemas.microsoft.com/office/drawing/2014/main" id="{A78D6D12-991C-4DED-AA2E-4AFEA1329B6B}"/>
              </a:ext>
            </a:extLst>
          </p:cNvPr>
          <p:cNvSpPr>
            <a:spLocks noGrp="1"/>
          </p:cNvSpPr>
          <p:nvPr/>
        </p:nvSpPr>
        <p:spPr>
          <a:xfrm>
            <a:off x="9601200" y="2286000"/>
            <a:ext cx="1619250" cy="514350"/>
          </a:xfrm>
          <a:prstGeom prst="rect">
            <a:avLst/>
          </a:prstGeom>
          <a:noFill/>
          <a:ln w="0">
            <a:noFill/>
          </a:ln>
        </p:spPr>
        <p:txBody>
          <a:bodyPr wrap="square" lIns="0" tIns="0" rIns="0" bIns="0" anchor="t">
            <a:noAutofit/>
          </a:bodyPr>
          <a:lstStyle>
            <a:defPPr algn="l">
              <a:defRPr sz="3150" b="0">
                <a:solidFill>
                  <a:srgbClr val="A74127"/>
                </a:solidFill>
                <a:latin typeface="Arial"/>
                <a:ea typeface="Arial"/>
                <a:cs typeface="Arial"/>
              </a:defRPr>
            </a:defPPr>
          </a:lstStyle>
          <a:p>
            <a:pPr algn="l">
              <a:defRPr sz="3150" b="0">
                <a:solidFill>
                  <a:srgbClr val="A74127"/>
                </a:solidFill>
                <a:latin typeface="Arial"/>
                <a:ea typeface="Arial"/>
                <a:cs typeface="Arial"/>
              </a:defRPr>
            </a:pPr>
            <a:r>
              <a:rPr sz="3150" b="0">
                <a:solidFill>
                  <a:srgbClr val="A74127"/>
                </a:solidFill>
                <a:latin typeface="Arial"/>
                <a:ea typeface="Arial"/>
                <a:cs typeface="Arial"/>
              </a:rPr>
              <a:t>05</a:t>
            </a:r>
          </a:p>
        </p:txBody>
      </p:sp>
      <p:sp>
        <p:nvSpPr>
          <p:cNvPr id="42" name="Profile">
            <a:extLst>
              <a:ext uri="{FF2B5EF4-FFF2-40B4-BE49-F238E27FC236}">
                <a16:creationId xmlns:a16="http://schemas.microsoft.com/office/drawing/2014/main" id="{136C6721-BC30-40C9-9EDF-7DE626766475}"/>
              </a:ext>
            </a:extLst>
          </p:cNvPr>
          <p:cNvSpPr>
            <a:spLocks noGrp="1"/>
          </p:cNvSpPr>
          <p:nvPr/>
        </p:nvSpPr>
        <p:spPr>
          <a:xfrm>
            <a:off x="9601200" y="2895600"/>
            <a:ext cx="2000250" cy="457200"/>
          </a:xfrm>
          <a:prstGeom prst="rect">
            <a:avLst/>
          </a:prstGeom>
          <a:noFill/>
          <a:ln w="0">
            <a:noFill/>
          </a:ln>
        </p:spPr>
        <p:txBody>
          <a:bodyPr wrap="square" lIns="0" tIns="0" rIns="0" bIns="0" anchor="t">
            <a:noAutofit/>
          </a:bodyPr>
          <a:lstStyle>
            <a:defPPr algn="l">
              <a:defRPr sz="2100" b="1">
                <a:solidFill>
                  <a:srgbClr val="1C1A17"/>
                </a:solidFill>
                <a:latin typeface="Arial"/>
                <a:ea typeface="Arial"/>
                <a:cs typeface="Arial"/>
              </a:defRPr>
            </a:defPPr>
          </a:lstStyle>
          <a:p>
            <a:pPr algn="l">
              <a:defRPr sz="2100" b="1">
                <a:solidFill>
                  <a:srgbClr val="1C1A17"/>
                </a:solidFill>
                <a:latin typeface="Arial"/>
                <a:ea typeface="Arial"/>
                <a:cs typeface="Arial"/>
              </a:defRPr>
            </a:pPr>
            <a:r>
              <a:rPr sz="2100" b="1">
                <a:solidFill>
                  <a:srgbClr val="1C1A17"/>
                </a:solidFill>
                <a:latin typeface="Arial"/>
                <a:ea typeface="Arial"/>
                <a:cs typeface="Arial"/>
              </a:rPr>
              <a:t>Profile</a:t>
            </a:r>
          </a:p>
        </p:txBody>
      </p:sp>
      <p:sp>
        <p:nvSpPr>
          <p:cNvPr id="43" name="Xem nhịp học">
            <a:extLst>
              <a:ext uri="{FF2B5EF4-FFF2-40B4-BE49-F238E27FC236}">
                <a16:creationId xmlns:a16="http://schemas.microsoft.com/office/drawing/2014/main" id="{78672B94-8C36-4E1D-9DC9-8C849FBB45A7}"/>
              </a:ext>
            </a:extLst>
          </p:cNvPr>
          <p:cNvSpPr>
            <a:spLocks noGrp="1"/>
          </p:cNvSpPr>
          <p:nvPr/>
        </p:nvSpPr>
        <p:spPr>
          <a:xfrm>
            <a:off x="9601200" y="3429000"/>
            <a:ext cx="2000250" cy="533400"/>
          </a:xfrm>
          <a:prstGeom prst="rect">
            <a:avLst/>
          </a:prstGeom>
          <a:noFill/>
          <a:ln w="0">
            <a:noFill/>
          </a:ln>
        </p:spPr>
        <p:txBody>
          <a:bodyPr wrap="square" lIns="0" tIns="0" rIns="0" bIns="0" anchor="t">
            <a:noAutofit/>
          </a:bodyPr>
          <a:lstStyle>
            <a:defPPr algn="l">
              <a:defRPr sz="1650" b="0">
                <a:solidFill>
                  <a:srgbClr val="1C1A17"/>
                </a:solidFill>
                <a:latin typeface="Arial"/>
                <a:ea typeface="Arial"/>
                <a:cs typeface="Arial"/>
              </a:defRPr>
            </a:defPPr>
          </a:lstStyle>
          <a:p>
            <a:pPr algn="l">
              <a:defRPr sz="1650" b="0">
                <a:solidFill>
                  <a:srgbClr val="1C1A17"/>
                </a:solidFill>
                <a:latin typeface="Arial"/>
                <a:ea typeface="Arial"/>
                <a:cs typeface="Arial"/>
              </a:defRPr>
            </a:pPr>
            <a:r>
              <a:rPr sz="1650" b="0">
                <a:solidFill>
                  <a:srgbClr val="1C1A17"/>
                </a:solidFill>
                <a:latin typeface="Arial"/>
                <a:ea typeface="Arial"/>
                <a:cs typeface="Arial"/>
              </a:rPr>
              <a:t>Xem nhịp học</a:t>
            </a:r>
          </a:p>
        </p:txBody>
      </p:sp>
      <p:sp>
        <p:nvSpPr>
          <p:cNvPr id="47" name="Text 0">
            <a:extLst>
              <a:ext uri="{FF2B5EF4-FFF2-40B4-BE49-F238E27FC236}">
                <a16:creationId xmlns:a16="http://schemas.microsoft.com/office/drawing/2014/main" id="{CA3EDAB7-2BBB-4EF7-B1F6-5295D6CA4B34}"/>
              </a:ext>
            </a:extLst>
          </p:cNvPr>
          <p:cNvSpPr/>
          <p:nvPr/>
        </p:nvSpPr>
        <p:spPr>
          <a:xfrm>
            <a:off x="584185" y="490934"/>
            <a:ext cx="116075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05</a:t>
            </a:r>
          </a:p>
          <a:p>
            <a:pPr marL="0" indent="0" algn="l">
              <a:lnSpc>
                <a:spcPct val="112000"/>
              </a:lnSpc>
              <a:buNone/>
            </a:pP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Text 0"/>
          <p:cNvSpPr/>
          <p:nvPr/>
        </p:nvSpPr>
        <p:spPr>
          <a:xfrm>
            <a:off x="584185" y="490934"/>
            <a:ext cx="116075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06</a:t>
            </a:r>
            <a:endParaRPr lang="en-US" sz="1250" dirty="0"/>
          </a:p>
        </p:txBody>
      </p:sp>
      <p:sp>
        <p:nvSpPr>
          <p:cNvPr id="3" name="Text 1"/>
          <p:cNvSpPr/>
          <p:nvPr/>
        </p:nvSpPr>
        <p:spPr>
          <a:xfrm>
            <a:off x="569944" y="1046972"/>
            <a:ext cx="11023324" cy="388541"/>
          </a:xfrm>
          <a:prstGeom prst="rect">
            <a:avLst/>
          </a:prstGeom>
          <a:noFill/>
          <a:ln/>
        </p:spPr>
        <p:txBody>
          <a:bodyPr wrap="none" lIns="0" tIns="0" rIns="0" bIns="0" rtlCol="0" anchor="t"/>
          <a:lstStyle/>
          <a:p>
            <a:pPr marL="0" indent="0" algn="l">
              <a:lnSpc>
                <a:spcPct val="85000"/>
              </a:lnSpc>
              <a:buNone/>
            </a:pPr>
            <a:r>
              <a:rPr lang="en-US" sz="4000" kern="100" spc="-45" dirty="0">
                <a:solidFill>
                  <a:srgbClr val="000000"/>
                </a:solidFill>
                <a:latin typeface="Lexend" pitchFamily="34" charset="0"/>
                <a:ea typeface="Lexend" pitchFamily="34" charset="-122"/>
                <a:cs typeface="Lexend" pitchFamily="34" charset="-120"/>
              </a:rPr>
              <a:t>Guest và Google dùng hai kho riêng</a:t>
            </a:r>
            <a:endParaRPr lang="en-US" sz="4000" dirty="0"/>
          </a:p>
        </p:txBody>
      </p:sp>
      <p:cxnSp>
        <p:nvCxnSpPr>
          <p:cNvPr id="17" name="Straight Arrow Connector 16">
            <a:extLst>
              <a:ext uri="{FF2B5EF4-FFF2-40B4-BE49-F238E27FC236}">
                <a16:creationId xmlns:a16="http://schemas.microsoft.com/office/drawing/2014/main" id="{513B7B7E-98D5-4F54-AB1C-709F620A532E}"/>
              </a:ext>
            </a:extLst>
          </p:cNvPr>
          <p:cNvCxnSpPr>
            <a:cxnSpLocks/>
            <a:endCxn id="33" idx="0"/>
          </p:cNvCxnSpPr>
          <p:nvPr/>
        </p:nvCxnSpPr>
        <p:spPr>
          <a:xfrm>
            <a:off x="9867900" y="2781300"/>
            <a:ext cx="0" cy="990600"/>
          </a:xfrm>
          <a:prstGeom prst="straightConnector1">
            <a:avLst/>
          </a:prstGeom>
          <a:ln w="19050">
            <a:solidFill>
              <a:srgbClr val="736D64"/>
            </a:solidFill>
            <a:prstDash val="dash"/>
            <a:tailEnd type="arrow" w="med" len="med"/>
          </a:ln>
        </p:spPr>
      </p:cxnSp>
      <p:cxnSp>
        <p:nvCxnSpPr>
          <p:cNvPr id="18" name="Straight Arrow Connector 17">
            <a:extLst>
              <a:ext uri="{FF2B5EF4-FFF2-40B4-BE49-F238E27FC236}">
                <a16:creationId xmlns:a16="http://schemas.microsoft.com/office/drawing/2014/main" id="{DAF58A4D-1D30-48E8-A764-2B24227C165B}"/>
              </a:ext>
            </a:extLst>
          </p:cNvPr>
          <p:cNvCxnSpPr>
            <a:stCxn id="33" idx="2"/>
            <a:endCxn id="39" idx="0"/>
          </p:cNvCxnSpPr>
          <p:nvPr/>
        </p:nvCxnSpPr>
        <p:spPr>
          <a:xfrm>
            <a:off x="9867900" y="4648200"/>
            <a:ext cx="0" cy="704850"/>
          </a:xfrm>
          <a:prstGeom prst="straightConnector1">
            <a:avLst/>
          </a:prstGeom>
          <a:ln w="19050">
            <a:solidFill>
              <a:srgbClr val="736D64"/>
            </a:solidFill>
            <a:prstDash val="solid"/>
            <a:tailEnd type="arrow" w="med" len="med"/>
          </a:ln>
        </p:spPr>
      </p:cxnSp>
      <p:cxnSp>
        <p:nvCxnSpPr>
          <p:cNvPr id="19" name="Straight Arrow Connector 18">
            <a:extLst>
              <a:ext uri="{FF2B5EF4-FFF2-40B4-BE49-F238E27FC236}">
                <a16:creationId xmlns:a16="http://schemas.microsoft.com/office/drawing/2014/main" id="{EDBE6318-6D61-45D3-8363-66669185AE1E}"/>
              </a:ext>
            </a:extLst>
          </p:cNvPr>
          <p:cNvCxnSpPr>
            <a:cxnSpLocks/>
            <a:stCxn id="36" idx="0"/>
          </p:cNvCxnSpPr>
          <p:nvPr/>
        </p:nvCxnSpPr>
        <p:spPr>
          <a:xfrm flipV="1">
            <a:off x="5276850" y="3390900"/>
            <a:ext cx="0" cy="1447800"/>
          </a:xfrm>
          <a:prstGeom prst="straightConnector1">
            <a:avLst/>
          </a:prstGeom>
          <a:ln w="19050">
            <a:solidFill>
              <a:srgbClr val="736D64"/>
            </a:solidFill>
            <a:prstDash val="solid"/>
            <a:tailEnd type="arrow" w="med" len="med"/>
          </a:ln>
        </p:spPr>
      </p:cxnSp>
      <p:cxnSp>
        <p:nvCxnSpPr>
          <p:cNvPr id="20" name="Connector: Elbow 19">
            <a:extLst>
              <a:ext uri="{FF2B5EF4-FFF2-40B4-BE49-F238E27FC236}">
                <a16:creationId xmlns:a16="http://schemas.microsoft.com/office/drawing/2014/main" id="{D4BEFDA0-2596-461C-BB95-7D3BEFCB75B1}"/>
              </a:ext>
            </a:extLst>
          </p:cNvPr>
          <p:cNvCxnSpPr>
            <a:cxnSpLocks/>
            <a:endCxn id="33" idx="1"/>
          </p:cNvCxnSpPr>
          <p:nvPr/>
        </p:nvCxnSpPr>
        <p:spPr>
          <a:xfrm>
            <a:off x="7162800" y="2647950"/>
            <a:ext cx="990600" cy="1562100"/>
          </a:xfrm>
          <a:prstGeom prst="bentConnector3">
            <a:avLst>
              <a:gd name="adj1" fmla="val 50000"/>
            </a:avLst>
          </a:prstGeom>
          <a:ln w="19050">
            <a:solidFill>
              <a:srgbClr val="736D64"/>
            </a:solidFill>
            <a:prstDash val="solid"/>
            <a:tailEnd type="arrow" w="med" len="med"/>
          </a:ln>
        </p:spPr>
      </p:cxnSp>
      <p:cxnSp>
        <p:nvCxnSpPr>
          <p:cNvPr id="21" name="Connector: Elbow 20">
            <a:extLst>
              <a:ext uri="{FF2B5EF4-FFF2-40B4-BE49-F238E27FC236}">
                <a16:creationId xmlns:a16="http://schemas.microsoft.com/office/drawing/2014/main" id="{BBF64B55-DD1E-4AAE-BC10-3B04A5FD67F0}"/>
              </a:ext>
            </a:extLst>
          </p:cNvPr>
          <p:cNvCxnSpPr>
            <a:cxnSpLocks/>
          </p:cNvCxnSpPr>
          <p:nvPr/>
        </p:nvCxnSpPr>
        <p:spPr>
          <a:xfrm flipV="1">
            <a:off x="7162800" y="2343150"/>
            <a:ext cx="990600" cy="304800"/>
          </a:xfrm>
          <a:prstGeom prst="bentConnector3">
            <a:avLst>
              <a:gd name="adj1" fmla="val 50000"/>
            </a:avLst>
          </a:prstGeom>
          <a:ln w="19050">
            <a:solidFill>
              <a:srgbClr val="736D64"/>
            </a:solidFill>
            <a:prstDash val="solid"/>
            <a:tailEnd type="arrow" w="med" len="med"/>
          </a:ln>
        </p:spPr>
      </p:cxnSp>
      <p:sp>
        <p:nvSpPr>
          <p:cNvPr id="23" name="Netlify">
            <a:extLst>
              <a:ext uri="{FF2B5EF4-FFF2-40B4-BE49-F238E27FC236}">
                <a16:creationId xmlns:a16="http://schemas.microsoft.com/office/drawing/2014/main" id="{B19E1D4D-07DB-4B01-B0D4-588502F465C4}"/>
              </a:ext>
            </a:extLst>
          </p:cNvPr>
          <p:cNvSpPr>
            <a:spLocks noGrp="1"/>
          </p:cNvSpPr>
          <p:nvPr/>
        </p:nvSpPr>
        <p:spPr>
          <a:xfrm>
            <a:off x="609600" y="2190750"/>
            <a:ext cx="2095500" cy="857250"/>
          </a:xfrm>
          <a:prstGeom prst="rect">
            <a:avLst/>
          </a:prstGeom>
          <a:solidFill>
            <a:srgbClr val="FBFAF6"/>
          </a:solidFill>
          <a:ln w="14288">
            <a:solidFill>
              <a:srgbClr val="736D64"/>
            </a:solidFill>
            <a:prstDash val="solid"/>
          </a:ln>
        </p:spPr>
        <p:txBody>
          <a:bodyPr/>
          <a:lstStyle/>
          <a:p>
            <a:endParaRPr lang="en-US"/>
          </a:p>
        </p:txBody>
      </p:sp>
      <p:sp>
        <p:nvSpPr>
          <p:cNvPr id="24" name="Netlify">
            <a:extLst>
              <a:ext uri="{FF2B5EF4-FFF2-40B4-BE49-F238E27FC236}">
                <a16:creationId xmlns:a16="http://schemas.microsoft.com/office/drawing/2014/main" id="{66970775-8E41-495F-AF8B-7F834C6B900A}"/>
              </a:ext>
            </a:extLst>
          </p:cNvPr>
          <p:cNvSpPr>
            <a:spLocks noGrp="1"/>
          </p:cNvSpPr>
          <p:nvPr/>
        </p:nvSpPr>
        <p:spPr>
          <a:xfrm>
            <a:off x="762000" y="2305050"/>
            <a:ext cx="1790700" cy="342900"/>
          </a:xfrm>
          <a:prstGeom prst="rect">
            <a:avLst/>
          </a:prstGeom>
          <a:noFill/>
          <a:ln w="0">
            <a:noFill/>
          </a:ln>
        </p:spPr>
        <p:txBody>
          <a:bodyPr wrap="square" lIns="0" tIns="0" rIns="0" bIns="0" anchor="t">
            <a:noAutofit/>
          </a:bodyPr>
          <a:lstStyle>
            <a:defPPr algn="l">
              <a:defRPr sz="1950" b="1">
                <a:solidFill>
                  <a:srgbClr val="1C1A17"/>
                </a:solidFill>
                <a:latin typeface="Arial"/>
                <a:ea typeface="Arial"/>
                <a:cs typeface="Arial"/>
              </a:defRPr>
            </a:defPPr>
          </a:lstStyle>
          <a:p>
            <a:pPr algn="l">
              <a:defRPr sz="1950" b="1">
                <a:solidFill>
                  <a:srgbClr val="1C1A17"/>
                </a:solidFill>
                <a:latin typeface="Arial"/>
                <a:ea typeface="Arial"/>
                <a:cs typeface="Arial"/>
              </a:defRPr>
            </a:pPr>
            <a:r>
              <a:rPr sz="1950" b="1" dirty="0">
                <a:solidFill>
                  <a:srgbClr val="1C1A17"/>
                </a:solidFill>
                <a:latin typeface="Arial"/>
                <a:ea typeface="Arial"/>
                <a:cs typeface="Arial"/>
              </a:rPr>
              <a:t>Netlify</a:t>
            </a:r>
          </a:p>
        </p:txBody>
      </p:sp>
      <p:sp>
        <p:nvSpPr>
          <p:cNvPr id="25" name="Frontend static">
            <a:extLst>
              <a:ext uri="{FF2B5EF4-FFF2-40B4-BE49-F238E27FC236}">
                <a16:creationId xmlns:a16="http://schemas.microsoft.com/office/drawing/2014/main" id="{C587862F-C56F-4DD5-83A5-D9F77A996E0F}"/>
              </a:ext>
            </a:extLst>
          </p:cNvPr>
          <p:cNvSpPr>
            <a:spLocks noGrp="1"/>
          </p:cNvSpPr>
          <p:nvPr/>
        </p:nvSpPr>
        <p:spPr>
          <a:xfrm>
            <a:off x="762000" y="2628900"/>
            <a:ext cx="1790700" cy="400050"/>
          </a:xfrm>
          <a:prstGeom prst="rect">
            <a:avLst/>
          </a:prstGeom>
          <a:noFill/>
          <a:ln w="0">
            <a:noFill/>
          </a:ln>
        </p:spPr>
        <p:txBody>
          <a:bodyPr wrap="square" lIns="0" tIns="0" rIns="0" bIns="0" anchor="t">
            <a:noAutofit/>
          </a:bodyPr>
          <a:lstStyle>
            <a:defPPr algn="l">
              <a:defRPr sz="1500" b="0">
                <a:solidFill>
                  <a:srgbClr val="736D64"/>
                </a:solidFill>
                <a:latin typeface="Arial"/>
                <a:ea typeface="Arial"/>
                <a:cs typeface="Arial"/>
              </a:defRPr>
            </a:defPPr>
          </a:lstStyle>
          <a:p>
            <a:pPr algn="l">
              <a:defRPr sz="1500" b="0">
                <a:solidFill>
                  <a:srgbClr val="736D64"/>
                </a:solidFill>
                <a:latin typeface="Arial"/>
                <a:ea typeface="Arial"/>
                <a:cs typeface="Arial"/>
              </a:defRPr>
            </a:pPr>
            <a:r>
              <a:rPr sz="1500" b="0" dirty="0">
                <a:solidFill>
                  <a:srgbClr val="736D64"/>
                </a:solidFill>
                <a:latin typeface="Arial"/>
                <a:ea typeface="Arial"/>
                <a:cs typeface="Arial"/>
              </a:rPr>
              <a:t>Frontend static</a:t>
            </a:r>
          </a:p>
        </p:txBody>
      </p:sp>
      <p:sp>
        <p:nvSpPr>
          <p:cNvPr id="26" name="Browser">
            <a:extLst>
              <a:ext uri="{FF2B5EF4-FFF2-40B4-BE49-F238E27FC236}">
                <a16:creationId xmlns:a16="http://schemas.microsoft.com/office/drawing/2014/main" id="{AD3AF26A-BA8B-4E11-BE0F-F0E4FD23D6DD}"/>
              </a:ext>
            </a:extLst>
          </p:cNvPr>
          <p:cNvSpPr>
            <a:spLocks noGrp="1"/>
          </p:cNvSpPr>
          <p:nvPr/>
        </p:nvSpPr>
        <p:spPr>
          <a:xfrm>
            <a:off x="3390899" y="1930200"/>
            <a:ext cx="3771900" cy="1485900"/>
          </a:xfrm>
          <a:prstGeom prst="rect">
            <a:avLst/>
          </a:prstGeom>
          <a:solidFill>
            <a:srgbClr val="F0E1D7"/>
          </a:solidFill>
          <a:ln w="14288">
            <a:solidFill>
              <a:srgbClr val="A74127"/>
            </a:solidFill>
            <a:prstDash val="solid"/>
          </a:ln>
        </p:spPr>
        <p:txBody>
          <a:bodyPr/>
          <a:lstStyle/>
          <a:p>
            <a:endParaRPr lang="en-US"/>
          </a:p>
        </p:txBody>
      </p:sp>
      <p:sp>
        <p:nvSpPr>
          <p:cNvPr id="27" name="Browser">
            <a:extLst>
              <a:ext uri="{FF2B5EF4-FFF2-40B4-BE49-F238E27FC236}">
                <a16:creationId xmlns:a16="http://schemas.microsoft.com/office/drawing/2014/main" id="{7C03E4D1-D110-4D4F-8673-7F53B00056F3}"/>
              </a:ext>
            </a:extLst>
          </p:cNvPr>
          <p:cNvSpPr>
            <a:spLocks noGrp="1"/>
          </p:cNvSpPr>
          <p:nvPr/>
        </p:nvSpPr>
        <p:spPr>
          <a:xfrm>
            <a:off x="3543300" y="2019300"/>
            <a:ext cx="3467100" cy="342900"/>
          </a:xfrm>
          <a:prstGeom prst="rect">
            <a:avLst/>
          </a:prstGeom>
          <a:noFill/>
          <a:ln w="0">
            <a:noFill/>
          </a:ln>
        </p:spPr>
        <p:txBody>
          <a:bodyPr wrap="square" lIns="0" tIns="0" rIns="0" bIns="0" anchor="t">
            <a:noAutofit/>
          </a:bodyPr>
          <a:lstStyle>
            <a:defPPr algn="l">
              <a:defRPr sz="1950" b="1">
                <a:solidFill>
                  <a:srgbClr val="1C1A17"/>
                </a:solidFill>
                <a:latin typeface="Arial"/>
                <a:ea typeface="Arial"/>
                <a:cs typeface="Arial"/>
              </a:defRPr>
            </a:defPPr>
          </a:lstStyle>
          <a:p>
            <a:pPr algn="l">
              <a:defRPr sz="1950" b="1">
                <a:solidFill>
                  <a:srgbClr val="1C1A17"/>
                </a:solidFill>
                <a:latin typeface="Arial"/>
                <a:ea typeface="Arial"/>
                <a:cs typeface="Arial"/>
              </a:defRPr>
            </a:pPr>
            <a:r>
              <a:rPr sz="1950" b="1">
                <a:solidFill>
                  <a:srgbClr val="1C1A17"/>
                </a:solidFill>
                <a:latin typeface="Arial"/>
                <a:ea typeface="Arial"/>
                <a:cs typeface="Arial"/>
              </a:rPr>
              <a:t>Browser</a:t>
            </a:r>
          </a:p>
        </p:txBody>
      </p:sp>
      <p:sp>
        <p:nvSpPr>
          <p:cNvPr id="28" name="UI 5 trang và WorkspaceController">
            <a:extLst>
              <a:ext uri="{FF2B5EF4-FFF2-40B4-BE49-F238E27FC236}">
                <a16:creationId xmlns:a16="http://schemas.microsoft.com/office/drawing/2014/main" id="{8CC692E3-009E-4439-B979-67404F3D87F1}"/>
              </a:ext>
            </a:extLst>
          </p:cNvPr>
          <p:cNvSpPr>
            <a:spLocks noGrp="1"/>
          </p:cNvSpPr>
          <p:nvPr/>
        </p:nvSpPr>
        <p:spPr>
          <a:xfrm>
            <a:off x="3543300" y="2343150"/>
            <a:ext cx="3467100" cy="1028700"/>
          </a:xfrm>
          <a:prstGeom prst="rect">
            <a:avLst/>
          </a:prstGeom>
          <a:noFill/>
          <a:ln w="0">
            <a:noFill/>
          </a:ln>
        </p:spPr>
        <p:txBody>
          <a:bodyPr wrap="square" lIns="0" tIns="0" rIns="0" bIns="0" anchor="t">
            <a:noAutofit/>
          </a:bodyPr>
          <a:lstStyle>
            <a:defPPr algn="l">
              <a:defRPr sz="1500" b="0">
                <a:solidFill>
                  <a:srgbClr val="736D64"/>
                </a:solidFill>
                <a:latin typeface="Arial"/>
                <a:ea typeface="Arial"/>
                <a:cs typeface="Arial"/>
              </a:defRPr>
            </a:defPPr>
          </a:lstStyle>
          <a:p>
            <a:pPr algn="l">
              <a:defRPr sz="1500" b="0">
                <a:solidFill>
                  <a:srgbClr val="736D64"/>
                </a:solidFill>
                <a:latin typeface="Arial"/>
                <a:ea typeface="Arial"/>
                <a:cs typeface="Arial"/>
              </a:defRPr>
            </a:pPr>
            <a:r>
              <a:rPr sz="1500" b="0">
                <a:solidFill>
                  <a:srgbClr val="736D64"/>
                </a:solidFill>
                <a:latin typeface="Arial"/>
                <a:ea typeface="Arial"/>
                <a:cs typeface="Arial"/>
              </a:rPr>
              <a:t>UI 5 trang và WorkspaceController</a:t>
            </a:r>
          </a:p>
        </p:txBody>
      </p:sp>
      <p:sp>
        <p:nvSpPr>
          <p:cNvPr id="29" name="Content / Planner cấp nội dung và si">
            <a:extLst>
              <a:ext uri="{FF2B5EF4-FFF2-40B4-BE49-F238E27FC236}">
                <a16:creationId xmlns:a16="http://schemas.microsoft.com/office/drawing/2014/main" id="{D0CFB83E-C532-4E22-AC42-FE70BB810878}"/>
              </a:ext>
            </a:extLst>
          </p:cNvPr>
          <p:cNvSpPr>
            <a:spLocks noGrp="1"/>
          </p:cNvSpPr>
          <p:nvPr/>
        </p:nvSpPr>
        <p:spPr>
          <a:xfrm>
            <a:off x="3543300" y="2819400"/>
            <a:ext cx="3467100" cy="457200"/>
          </a:xfrm>
          <a:prstGeom prst="rect">
            <a:avLst/>
          </a:prstGeom>
          <a:noFill/>
          <a:ln w="0">
            <a:noFill/>
          </a:ln>
        </p:spPr>
        <p:txBody>
          <a:bodyPr wrap="square" lIns="0" tIns="0" rIns="0" bIns="0" anchor="t">
            <a:noAutofit/>
          </a:bodyPr>
          <a:lstStyle>
            <a:defPPr algn="l">
              <a:defRPr sz="1500" b="0">
                <a:solidFill>
                  <a:srgbClr val="736D64"/>
                </a:solidFill>
                <a:latin typeface="Arial"/>
                <a:ea typeface="Arial"/>
                <a:cs typeface="Arial"/>
              </a:defRPr>
            </a:defPPr>
          </a:lstStyle>
          <a:p>
            <a:pPr algn="l">
              <a:defRPr sz="1500" b="0">
                <a:solidFill>
                  <a:srgbClr val="736D64"/>
                </a:solidFill>
                <a:latin typeface="Arial"/>
                <a:ea typeface="Arial"/>
                <a:cs typeface="Arial"/>
              </a:defRPr>
            </a:pPr>
            <a:r>
              <a:rPr sz="1500" b="0" dirty="0">
                <a:solidFill>
                  <a:srgbClr val="736D64"/>
                </a:solidFill>
                <a:latin typeface="Arial"/>
                <a:ea typeface="Arial"/>
                <a:cs typeface="Arial"/>
              </a:rPr>
              <a:t>Content / Planner </a:t>
            </a:r>
            <a:r>
              <a:rPr sz="1500" b="0" dirty="0" err="1">
                <a:solidFill>
                  <a:srgbClr val="736D64"/>
                </a:solidFill>
                <a:latin typeface="Arial"/>
                <a:ea typeface="Arial"/>
                <a:cs typeface="Arial"/>
              </a:rPr>
              <a:t>cấp</a:t>
            </a:r>
            <a:r>
              <a:rPr sz="1500" b="0" dirty="0">
                <a:solidFill>
                  <a:srgbClr val="736D64"/>
                </a:solidFill>
                <a:latin typeface="Arial"/>
                <a:ea typeface="Arial"/>
                <a:cs typeface="Arial"/>
              </a:rPr>
              <a:t> </a:t>
            </a:r>
            <a:r>
              <a:rPr sz="1500" b="0" dirty="0" err="1">
                <a:solidFill>
                  <a:srgbClr val="736D64"/>
                </a:solidFill>
                <a:latin typeface="Arial"/>
                <a:ea typeface="Arial"/>
                <a:cs typeface="Arial"/>
              </a:rPr>
              <a:t>nội</a:t>
            </a:r>
            <a:r>
              <a:rPr sz="1500" b="0" dirty="0">
                <a:solidFill>
                  <a:srgbClr val="736D64"/>
                </a:solidFill>
                <a:latin typeface="Arial"/>
                <a:ea typeface="Arial"/>
                <a:cs typeface="Arial"/>
              </a:rPr>
              <a:t> dung </a:t>
            </a:r>
            <a:r>
              <a:rPr sz="1500" b="0" dirty="0" err="1">
                <a:solidFill>
                  <a:srgbClr val="736D64"/>
                </a:solidFill>
                <a:latin typeface="Arial"/>
                <a:ea typeface="Arial"/>
                <a:cs typeface="Arial"/>
              </a:rPr>
              <a:t>và</a:t>
            </a:r>
            <a:r>
              <a:rPr sz="1500" b="0" dirty="0">
                <a:solidFill>
                  <a:srgbClr val="736D64"/>
                </a:solidFill>
                <a:latin typeface="Arial"/>
                <a:ea typeface="Arial"/>
                <a:cs typeface="Arial"/>
              </a:rPr>
              <a:t> </a:t>
            </a:r>
            <a:r>
              <a:rPr sz="1500" b="0" dirty="0" err="1">
                <a:solidFill>
                  <a:srgbClr val="736D64"/>
                </a:solidFill>
                <a:latin typeface="Arial"/>
                <a:ea typeface="Arial"/>
                <a:cs typeface="Arial"/>
              </a:rPr>
              <a:t>sinh</a:t>
            </a:r>
            <a:r>
              <a:rPr sz="1500" b="0" dirty="0">
                <a:solidFill>
                  <a:srgbClr val="736D64"/>
                </a:solidFill>
                <a:latin typeface="Arial"/>
                <a:ea typeface="Arial"/>
                <a:cs typeface="Arial"/>
              </a:rPr>
              <a:t> </a:t>
            </a:r>
            <a:r>
              <a:rPr sz="1500" b="0" dirty="0" err="1">
                <a:solidFill>
                  <a:srgbClr val="736D64"/>
                </a:solidFill>
                <a:latin typeface="Arial"/>
                <a:ea typeface="Arial"/>
                <a:cs typeface="Arial"/>
              </a:rPr>
              <a:t>lịch</a:t>
            </a:r>
            <a:endParaRPr sz="1500" b="0" dirty="0">
              <a:solidFill>
                <a:srgbClr val="736D64"/>
              </a:solidFill>
              <a:latin typeface="Arial"/>
              <a:ea typeface="Arial"/>
              <a:cs typeface="Arial"/>
            </a:endParaRPr>
          </a:p>
        </p:txBody>
      </p:sp>
      <p:sp>
        <p:nvSpPr>
          <p:cNvPr id="30" name="Guest">
            <a:extLst>
              <a:ext uri="{FF2B5EF4-FFF2-40B4-BE49-F238E27FC236}">
                <a16:creationId xmlns:a16="http://schemas.microsoft.com/office/drawing/2014/main" id="{B06B725A-C103-4F47-AB1B-ECFA30CD97E2}"/>
              </a:ext>
            </a:extLst>
          </p:cNvPr>
          <p:cNvSpPr>
            <a:spLocks noGrp="1"/>
          </p:cNvSpPr>
          <p:nvPr/>
        </p:nvSpPr>
        <p:spPr>
          <a:xfrm>
            <a:off x="8153400" y="1838602"/>
            <a:ext cx="3429000" cy="876300"/>
          </a:xfrm>
          <a:prstGeom prst="rect">
            <a:avLst/>
          </a:prstGeom>
          <a:solidFill>
            <a:srgbClr val="FBFAF6"/>
          </a:solidFill>
          <a:ln w="14288">
            <a:solidFill>
              <a:srgbClr val="736D64"/>
            </a:solidFill>
            <a:prstDash val="solid"/>
          </a:ln>
        </p:spPr>
        <p:txBody>
          <a:bodyPr/>
          <a:lstStyle/>
          <a:p>
            <a:endParaRPr lang="en-US"/>
          </a:p>
        </p:txBody>
      </p:sp>
      <p:sp>
        <p:nvSpPr>
          <p:cNvPr id="31" name="Guest">
            <a:extLst>
              <a:ext uri="{FF2B5EF4-FFF2-40B4-BE49-F238E27FC236}">
                <a16:creationId xmlns:a16="http://schemas.microsoft.com/office/drawing/2014/main" id="{1A67C551-E065-4D08-8B6F-93A135B8F014}"/>
              </a:ext>
            </a:extLst>
          </p:cNvPr>
          <p:cNvSpPr>
            <a:spLocks noGrp="1"/>
          </p:cNvSpPr>
          <p:nvPr/>
        </p:nvSpPr>
        <p:spPr>
          <a:xfrm>
            <a:off x="8305800" y="2019300"/>
            <a:ext cx="3124200" cy="342900"/>
          </a:xfrm>
          <a:prstGeom prst="rect">
            <a:avLst/>
          </a:prstGeom>
          <a:noFill/>
          <a:ln w="0">
            <a:noFill/>
          </a:ln>
        </p:spPr>
        <p:txBody>
          <a:bodyPr wrap="square" lIns="0" tIns="0" rIns="0" bIns="0" anchor="t">
            <a:noAutofit/>
          </a:bodyPr>
          <a:lstStyle>
            <a:defPPr algn="l">
              <a:defRPr sz="1950" b="1">
                <a:solidFill>
                  <a:srgbClr val="1C1A17"/>
                </a:solidFill>
                <a:latin typeface="Arial"/>
                <a:ea typeface="Arial"/>
                <a:cs typeface="Arial"/>
              </a:defRPr>
            </a:defPPr>
          </a:lstStyle>
          <a:p>
            <a:pPr algn="l">
              <a:defRPr sz="1950" b="1">
                <a:solidFill>
                  <a:srgbClr val="1C1A17"/>
                </a:solidFill>
                <a:latin typeface="Arial"/>
                <a:ea typeface="Arial"/>
                <a:cs typeface="Arial"/>
              </a:defRPr>
            </a:pPr>
            <a:r>
              <a:rPr sz="1950" b="1">
                <a:solidFill>
                  <a:srgbClr val="1C1A17"/>
                </a:solidFill>
                <a:latin typeface="Arial"/>
                <a:ea typeface="Arial"/>
                <a:cs typeface="Arial"/>
              </a:rPr>
              <a:t>Guest</a:t>
            </a:r>
          </a:p>
        </p:txBody>
      </p:sp>
      <p:sp>
        <p:nvSpPr>
          <p:cNvPr id="32" name="IndexedDB trong trình duyệt">
            <a:extLst>
              <a:ext uri="{FF2B5EF4-FFF2-40B4-BE49-F238E27FC236}">
                <a16:creationId xmlns:a16="http://schemas.microsoft.com/office/drawing/2014/main" id="{97158C36-1EE1-41D6-90FA-1AD48545E97F}"/>
              </a:ext>
            </a:extLst>
          </p:cNvPr>
          <p:cNvSpPr>
            <a:spLocks noGrp="1"/>
          </p:cNvSpPr>
          <p:nvPr/>
        </p:nvSpPr>
        <p:spPr>
          <a:xfrm>
            <a:off x="8305800" y="2343150"/>
            <a:ext cx="3124200" cy="419100"/>
          </a:xfrm>
          <a:prstGeom prst="rect">
            <a:avLst/>
          </a:prstGeom>
          <a:noFill/>
          <a:ln w="0">
            <a:noFill/>
          </a:ln>
        </p:spPr>
        <p:txBody>
          <a:bodyPr wrap="square" lIns="0" tIns="0" rIns="0" bIns="0" anchor="t">
            <a:noAutofit/>
          </a:bodyPr>
          <a:lstStyle>
            <a:defPPr algn="l">
              <a:defRPr sz="1500" b="0">
                <a:solidFill>
                  <a:srgbClr val="736D64"/>
                </a:solidFill>
                <a:latin typeface="Arial"/>
                <a:ea typeface="Arial"/>
                <a:cs typeface="Arial"/>
              </a:defRPr>
            </a:defPPr>
          </a:lstStyle>
          <a:p>
            <a:pPr algn="l">
              <a:defRPr sz="1500" b="0">
                <a:solidFill>
                  <a:srgbClr val="736D64"/>
                </a:solidFill>
                <a:latin typeface="Arial"/>
                <a:ea typeface="Arial"/>
                <a:cs typeface="Arial"/>
              </a:defRPr>
            </a:pPr>
            <a:r>
              <a:rPr sz="1500" b="0">
                <a:solidFill>
                  <a:srgbClr val="736D64"/>
                </a:solidFill>
                <a:latin typeface="Arial"/>
                <a:ea typeface="Arial"/>
                <a:cs typeface="Arial"/>
              </a:rPr>
              <a:t>IndexedDB trong trình duyệt</a:t>
            </a:r>
          </a:p>
        </p:txBody>
      </p:sp>
      <p:sp>
        <p:nvSpPr>
          <p:cNvPr id="33" name="Account">
            <a:extLst>
              <a:ext uri="{FF2B5EF4-FFF2-40B4-BE49-F238E27FC236}">
                <a16:creationId xmlns:a16="http://schemas.microsoft.com/office/drawing/2014/main" id="{48C6FAB8-D8C7-47BD-AE0E-8082E24A394A}"/>
              </a:ext>
            </a:extLst>
          </p:cNvPr>
          <p:cNvSpPr>
            <a:spLocks noGrp="1"/>
          </p:cNvSpPr>
          <p:nvPr/>
        </p:nvSpPr>
        <p:spPr>
          <a:xfrm>
            <a:off x="8153400" y="3771900"/>
            <a:ext cx="3429000" cy="876300"/>
          </a:xfrm>
          <a:prstGeom prst="rect">
            <a:avLst/>
          </a:prstGeom>
          <a:solidFill>
            <a:srgbClr val="FBFAF6"/>
          </a:solidFill>
          <a:ln w="14288">
            <a:solidFill>
              <a:srgbClr val="736D64"/>
            </a:solidFill>
            <a:prstDash val="solid"/>
          </a:ln>
        </p:spPr>
        <p:txBody>
          <a:bodyPr/>
          <a:lstStyle/>
          <a:p>
            <a:endParaRPr lang="en-US"/>
          </a:p>
        </p:txBody>
      </p:sp>
      <p:sp>
        <p:nvSpPr>
          <p:cNvPr id="34" name="Account">
            <a:extLst>
              <a:ext uri="{FF2B5EF4-FFF2-40B4-BE49-F238E27FC236}">
                <a16:creationId xmlns:a16="http://schemas.microsoft.com/office/drawing/2014/main" id="{FAB9954F-AD6F-4C58-9F40-7C86755D5D57}"/>
              </a:ext>
            </a:extLst>
          </p:cNvPr>
          <p:cNvSpPr>
            <a:spLocks noGrp="1"/>
          </p:cNvSpPr>
          <p:nvPr/>
        </p:nvSpPr>
        <p:spPr>
          <a:xfrm>
            <a:off x="8305800" y="3886200"/>
            <a:ext cx="3124200" cy="342900"/>
          </a:xfrm>
          <a:prstGeom prst="rect">
            <a:avLst/>
          </a:prstGeom>
          <a:noFill/>
          <a:ln w="0">
            <a:noFill/>
          </a:ln>
        </p:spPr>
        <p:txBody>
          <a:bodyPr wrap="square" lIns="0" tIns="0" rIns="0" bIns="0" anchor="t">
            <a:noAutofit/>
          </a:bodyPr>
          <a:lstStyle>
            <a:defPPr algn="l">
              <a:defRPr sz="1950" b="1">
                <a:solidFill>
                  <a:srgbClr val="1C1A17"/>
                </a:solidFill>
                <a:latin typeface="Arial"/>
                <a:ea typeface="Arial"/>
                <a:cs typeface="Arial"/>
              </a:defRPr>
            </a:defPPr>
          </a:lstStyle>
          <a:p>
            <a:pPr algn="l">
              <a:defRPr sz="1950" b="1">
                <a:solidFill>
                  <a:srgbClr val="1C1A17"/>
                </a:solidFill>
                <a:latin typeface="Arial"/>
                <a:ea typeface="Arial"/>
                <a:cs typeface="Arial"/>
              </a:defRPr>
            </a:pPr>
            <a:r>
              <a:rPr sz="1950" b="1">
                <a:solidFill>
                  <a:srgbClr val="1C1A17"/>
                </a:solidFill>
                <a:latin typeface="Arial"/>
                <a:ea typeface="Arial"/>
                <a:cs typeface="Arial"/>
              </a:rPr>
              <a:t>Account</a:t>
            </a:r>
          </a:p>
        </p:txBody>
      </p:sp>
      <p:sp>
        <p:nvSpPr>
          <p:cNvPr id="35" name="Supabase Data API">
            <a:extLst>
              <a:ext uri="{FF2B5EF4-FFF2-40B4-BE49-F238E27FC236}">
                <a16:creationId xmlns:a16="http://schemas.microsoft.com/office/drawing/2014/main" id="{F98A498D-E78D-4B8C-9945-AD4DFA4B2E2C}"/>
              </a:ext>
            </a:extLst>
          </p:cNvPr>
          <p:cNvSpPr>
            <a:spLocks noGrp="1"/>
          </p:cNvSpPr>
          <p:nvPr/>
        </p:nvSpPr>
        <p:spPr>
          <a:xfrm>
            <a:off x="8305800" y="4210050"/>
            <a:ext cx="3124200" cy="419100"/>
          </a:xfrm>
          <a:prstGeom prst="rect">
            <a:avLst/>
          </a:prstGeom>
          <a:noFill/>
          <a:ln w="0">
            <a:noFill/>
          </a:ln>
        </p:spPr>
        <p:txBody>
          <a:bodyPr wrap="square" lIns="0" tIns="0" rIns="0" bIns="0" anchor="t">
            <a:noAutofit/>
          </a:bodyPr>
          <a:lstStyle>
            <a:defPPr algn="l">
              <a:defRPr sz="1500" b="0">
                <a:solidFill>
                  <a:srgbClr val="736D64"/>
                </a:solidFill>
                <a:latin typeface="Arial"/>
                <a:ea typeface="Arial"/>
                <a:cs typeface="Arial"/>
              </a:defRPr>
            </a:defPPr>
          </a:lstStyle>
          <a:p>
            <a:pPr algn="l">
              <a:defRPr sz="1500" b="0">
                <a:solidFill>
                  <a:srgbClr val="736D64"/>
                </a:solidFill>
                <a:latin typeface="Arial"/>
                <a:ea typeface="Arial"/>
                <a:cs typeface="Arial"/>
              </a:defRPr>
            </a:pPr>
            <a:r>
              <a:rPr sz="1500" b="0">
                <a:solidFill>
                  <a:srgbClr val="736D64"/>
                </a:solidFill>
                <a:latin typeface="Arial"/>
                <a:ea typeface="Arial"/>
                <a:cs typeface="Arial"/>
              </a:rPr>
              <a:t>Supabase Data API</a:t>
            </a:r>
          </a:p>
        </p:txBody>
      </p:sp>
      <p:sp>
        <p:nvSpPr>
          <p:cNvPr id="36" name="Supabase Auth">
            <a:extLst>
              <a:ext uri="{FF2B5EF4-FFF2-40B4-BE49-F238E27FC236}">
                <a16:creationId xmlns:a16="http://schemas.microsoft.com/office/drawing/2014/main" id="{B83834C1-D727-4355-9FE1-6B63BC6F9D71}"/>
              </a:ext>
            </a:extLst>
          </p:cNvPr>
          <p:cNvSpPr>
            <a:spLocks noGrp="1"/>
          </p:cNvSpPr>
          <p:nvPr/>
        </p:nvSpPr>
        <p:spPr>
          <a:xfrm>
            <a:off x="3390900" y="4838700"/>
            <a:ext cx="3771900" cy="933450"/>
          </a:xfrm>
          <a:prstGeom prst="rect">
            <a:avLst/>
          </a:prstGeom>
          <a:solidFill>
            <a:srgbClr val="FBFAF6"/>
          </a:solidFill>
          <a:ln w="14288">
            <a:solidFill>
              <a:srgbClr val="736D64"/>
            </a:solidFill>
            <a:prstDash val="solid"/>
          </a:ln>
        </p:spPr>
        <p:txBody>
          <a:bodyPr/>
          <a:lstStyle/>
          <a:p>
            <a:endParaRPr lang="en-US"/>
          </a:p>
        </p:txBody>
      </p:sp>
      <p:sp>
        <p:nvSpPr>
          <p:cNvPr id="37" name="Supabase Auth">
            <a:extLst>
              <a:ext uri="{FF2B5EF4-FFF2-40B4-BE49-F238E27FC236}">
                <a16:creationId xmlns:a16="http://schemas.microsoft.com/office/drawing/2014/main" id="{C462999E-3F1F-42C3-A6CA-F7A22937757E}"/>
              </a:ext>
            </a:extLst>
          </p:cNvPr>
          <p:cNvSpPr>
            <a:spLocks noGrp="1"/>
          </p:cNvSpPr>
          <p:nvPr/>
        </p:nvSpPr>
        <p:spPr>
          <a:xfrm>
            <a:off x="3543300" y="4953000"/>
            <a:ext cx="3467100" cy="342900"/>
          </a:xfrm>
          <a:prstGeom prst="rect">
            <a:avLst/>
          </a:prstGeom>
          <a:noFill/>
          <a:ln w="0">
            <a:noFill/>
          </a:ln>
        </p:spPr>
        <p:txBody>
          <a:bodyPr wrap="square" lIns="0" tIns="0" rIns="0" bIns="0" anchor="t">
            <a:noAutofit/>
          </a:bodyPr>
          <a:lstStyle>
            <a:defPPr algn="l">
              <a:defRPr sz="1950" b="1">
                <a:solidFill>
                  <a:srgbClr val="1C1A17"/>
                </a:solidFill>
                <a:latin typeface="Arial"/>
                <a:ea typeface="Arial"/>
                <a:cs typeface="Arial"/>
              </a:defRPr>
            </a:defPPr>
          </a:lstStyle>
          <a:p>
            <a:pPr algn="l">
              <a:defRPr sz="1950" b="1">
                <a:solidFill>
                  <a:srgbClr val="1C1A17"/>
                </a:solidFill>
                <a:latin typeface="Arial"/>
                <a:ea typeface="Arial"/>
                <a:cs typeface="Arial"/>
              </a:defRPr>
            </a:pPr>
            <a:r>
              <a:rPr sz="1950" b="1">
                <a:solidFill>
                  <a:srgbClr val="1C1A17"/>
                </a:solidFill>
                <a:latin typeface="Arial"/>
                <a:ea typeface="Arial"/>
                <a:cs typeface="Arial"/>
              </a:rPr>
              <a:t>Supabase Auth</a:t>
            </a:r>
          </a:p>
        </p:txBody>
      </p:sp>
      <p:sp>
        <p:nvSpPr>
          <p:cNvPr id="38" name="Google OAuth / phiên đăng nhập">
            <a:extLst>
              <a:ext uri="{FF2B5EF4-FFF2-40B4-BE49-F238E27FC236}">
                <a16:creationId xmlns:a16="http://schemas.microsoft.com/office/drawing/2014/main" id="{937C313D-17D5-467D-BB66-24B16073EC68}"/>
              </a:ext>
            </a:extLst>
          </p:cNvPr>
          <p:cNvSpPr>
            <a:spLocks noGrp="1"/>
          </p:cNvSpPr>
          <p:nvPr/>
        </p:nvSpPr>
        <p:spPr>
          <a:xfrm>
            <a:off x="3543300" y="5276850"/>
            <a:ext cx="3467100" cy="476250"/>
          </a:xfrm>
          <a:prstGeom prst="rect">
            <a:avLst/>
          </a:prstGeom>
          <a:noFill/>
          <a:ln w="0">
            <a:noFill/>
          </a:ln>
        </p:spPr>
        <p:txBody>
          <a:bodyPr wrap="square" lIns="0" tIns="0" rIns="0" bIns="0" anchor="t">
            <a:noAutofit/>
          </a:bodyPr>
          <a:lstStyle>
            <a:defPPr algn="l">
              <a:defRPr sz="1500" b="0">
                <a:solidFill>
                  <a:srgbClr val="736D64"/>
                </a:solidFill>
                <a:latin typeface="Arial"/>
                <a:ea typeface="Arial"/>
                <a:cs typeface="Arial"/>
              </a:defRPr>
            </a:defPPr>
          </a:lstStyle>
          <a:p>
            <a:pPr algn="l">
              <a:defRPr sz="1500" b="0">
                <a:solidFill>
                  <a:srgbClr val="736D64"/>
                </a:solidFill>
                <a:latin typeface="Arial"/>
                <a:ea typeface="Arial"/>
                <a:cs typeface="Arial"/>
              </a:defRPr>
            </a:pPr>
            <a:r>
              <a:rPr sz="1500" b="0">
                <a:solidFill>
                  <a:srgbClr val="736D64"/>
                </a:solidFill>
                <a:latin typeface="Arial"/>
                <a:ea typeface="Arial"/>
                <a:cs typeface="Arial"/>
              </a:rPr>
              <a:t>Google OAuth / phiên đăng nhập</a:t>
            </a:r>
          </a:p>
        </p:txBody>
      </p:sp>
      <p:sp>
        <p:nvSpPr>
          <p:cNvPr id="39" name="uitplans_workspaces">
            <a:extLst>
              <a:ext uri="{FF2B5EF4-FFF2-40B4-BE49-F238E27FC236}">
                <a16:creationId xmlns:a16="http://schemas.microsoft.com/office/drawing/2014/main" id="{88089A28-7D7C-4669-A1F3-00EBB1472EEA}"/>
              </a:ext>
            </a:extLst>
          </p:cNvPr>
          <p:cNvSpPr>
            <a:spLocks noGrp="1"/>
          </p:cNvSpPr>
          <p:nvPr/>
        </p:nvSpPr>
        <p:spPr>
          <a:xfrm>
            <a:off x="8153400" y="5353050"/>
            <a:ext cx="3429000" cy="952500"/>
          </a:xfrm>
          <a:prstGeom prst="rect">
            <a:avLst/>
          </a:prstGeom>
          <a:solidFill>
            <a:srgbClr val="FBFAF6"/>
          </a:solidFill>
          <a:ln w="14288">
            <a:solidFill>
              <a:srgbClr val="736D64"/>
            </a:solidFill>
            <a:prstDash val="solid"/>
          </a:ln>
        </p:spPr>
        <p:txBody>
          <a:bodyPr/>
          <a:lstStyle/>
          <a:p>
            <a:endParaRPr lang="en-US"/>
          </a:p>
        </p:txBody>
      </p:sp>
      <p:sp>
        <p:nvSpPr>
          <p:cNvPr id="40" name="uitplans_workspaces">
            <a:extLst>
              <a:ext uri="{FF2B5EF4-FFF2-40B4-BE49-F238E27FC236}">
                <a16:creationId xmlns:a16="http://schemas.microsoft.com/office/drawing/2014/main" id="{37BB9C9B-DE11-4FC5-B4EC-F64D4CEEC68D}"/>
              </a:ext>
            </a:extLst>
          </p:cNvPr>
          <p:cNvSpPr>
            <a:spLocks noGrp="1"/>
          </p:cNvSpPr>
          <p:nvPr/>
        </p:nvSpPr>
        <p:spPr>
          <a:xfrm>
            <a:off x="8305800" y="5467350"/>
            <a:ext cx="3124200" cy="342900"/>
          </a:xfrm>
          <a:prstGeom prst="rect">
            <a:avLst/>
          </a:prstGeom>
          <a:noFill/>
          <a:ln w="0">
            <a:noFill/>
          </a:ln>
        </p:spPr>
        <p:txBody>
          <a:bodyPr wrap="square" lIns="0" tIns="0" rIns="0" bIns="0" anchor="t">
            <a:noAutofit/>
          </a:bodyPr>
          <a:lstStyle>
            <a:defPPr algn="l">
              <a:defRPr sz="1950" b="1">
                <a:solidFill>
                  <a:srgbClr val="1C1A17"/>
                </a:solidFill>
                <a:latin typeface="Arial"/>
                <a:ea typeface="Arial"/>
                <a:cs typeface="Arial"/>
              </a:defRPr>
            </a:defPPr>
          </a:lstStyle>
          <a:p>
            <a:pPr algn="l">
              <a:defRPr sz="1950" b="1">
                <a:solidFill>
                  <a:srgbClr val="1C1A17"/>
                </a:solidFill>
                <a:latin typeface="Arial"/>
                <a:ea typeface="Arial"/>
                <a:cs typeface="Arial"/>
              </a:defRPr>
            </a:pPr>
            <a:r>
              <a:rPr sz="1950" b="1">
                <a:solidFill>
                  <a:srgbClr val="1C1A17"/>
                </a:solidFill>
                <a:latin typeface="Arial"/>
                <a:ea typeface="Arial"/>
                <a:cs typeface="Arial"/>
              </a:rPr>
              <a:t>uitplans_workspaces</a:t>
            </a:r>
          </a:p>
        </p:txBody>
      </p:sp>
      <p:sp>
        <p:nvSpPr>
          <p:cNvPr id="41" name="SELECT / RLS và RPC lưu">
            <a:extLst>
              <a:ext uri="{FF2B5EF4-FFF2-40B4-BE49-F238E27FC236}">
                <a16:creationId xmlns:a16="http://schemas.microsoft.com/office/drawing/2014/main" id="{05E169F6-1FF2-4BC7-B361-495554536CB2}"/>
              </a:ext>
            </a:extLst>
          </p:cNvPr>
          <p:cNvSpPr>
            <a:spLocks noGrp="1"/>
          </p:cNvSpPr>
          <p:nvPr/>
        </p:nvSpPr>
        <p:spPr>
          <a:xfrm>
            <a:off x="8305800" y="5791200"/>
            <a:ext cx="3124200" cy="495300"/>
          </a:xfrm>
          <a:prstGeom prst="rect">
            <a:avLst/>
          </a:prstGeom>
          <a:noFill/>
          <a:ln w="0">
            <a:noFill/>
          </a:ln>
        </p:spPr>
        <p:txBody>
          <a:bodyPr wrap="square" lIns="0" tIns="0" rIns="0" bIns="0" anchor="t">
            <a:noAutofit/>
          </a:bodyPr>
          <a:lstStyle>
            <a:defPPr algn="l">
              <a:defRPr sz="1500" b="0">
                <a:solidFill>
                  <a:srgbClr val="736D64"/>
                </a:solidFill>
                <a:latin typeface="Arial"/>
                <a:ea typeface="Arial"/>
                <a:cs typeface="Arial"/>
              </a:defRPr>
            </a:defPPr>
          </a:lstStyle>
          <a:p>
            <a:pPr algn="l">
              <a:defRPr sz="1500" b="0">
                <a:solidFill>
                  <a:srgbClr val="736D64"/>
                </a:solidFill>
                <a:latin typeface="Arial"/>
                <a:ea typeface="Arial"/>
                <a:cs typeface="Arial"/>
              </a:defRPr>
            </a:pPr>
            <a:r>
              <a:rPr sz="1500" b="0" dirty="0">
                <a:solidFill>
                  <a:srgbClr val="736D64"/>
                </a:solidFill>
                <a:latin typeface="Arial"/>
                <a:ea typeface="Arial"/>
                <a:cs typeface="Arial"/>
              </a:rPr>
              <a:t>SELECT / RLS </a:t>
            </a:r>
            <a:r>
              <a:rPr sz="1500" b="0" dirty="0" err="1">
                <a:solidFill>
                  <a:srgbClr val="736D64"/>
                </a:solidFill>
                <a:latin typeface="Arial"/>
                <a:ea typeface="Arial"/>
                <a:cs typeface="Arial"/>
              </a:rPr>
              <a:t>và</a:t>
            </a:r>
            <a:r>
              <a:rPr sz="1500" b="0" dirty="0">
                <a:solidFill>
                  <a:srgbClr val="736D64"/>
                </a:solidFill>
                <a:latin typeface="Arial"/>
                <a:ea typeface="Arial"/>
                <a:cs typeface="Arial"/>
              </a:rPr>
              <a:t> RPC </a:t>
            </a:r>
            <a:r>
              <a:rPr sz="1500" b="0" dirty="0" err="1">
                <a:solidFill>
                  <a:srgbClr val="736D64"/>
                </a:solidFill>
                <a:latin typeface="Arial"/>
                <a:ea typeface="Arial"/>
                <a:cs typeface="Arial"/>
              </a:rPr>
              <a:t>lưu</a:t>
            </a:r>
            <a:endParaRPr sz="1500" b="0" dirty="0">
              <a:solidFill>
                <a:srgbClr val="736D64"/>
              </a:solidFill>
              <a:latin typeface="Arial"/>
              <a:ea typeface="Arial"/>
              <a:cs typeface="Arial"/>
            </a:endParaRPr>
          </a:p>
        </p:txBody>
      </p:sp>
      <p:sp>
        <p:nvSpPr>
          <p:cNvPr id="42" name="Nhập Guest có&#10;xem trước và xác nhận">
            <a:extLst>
              <a:ext uri="{FF2B5EF4-FFF2-40B4-BE49-F238E27FC236}">
                <a16:creationId xmlns:a16="http://schemas.microsoft.com/office/drawing/2014/main" id="{81C5D525-F981-46EA-B16C-04F6667DABCA}"/>
              </a:ext>
            </a:extLst>
          </p:cNvPr>
          <p:cNvSpPr>
            <a:spLocks noGrp="1"/>
          </p:cNvSpPr>
          <p:nvPr/>
        </p:nvSpPr>
        <p:spPr>
          <a:xfrm>
            <a:off x="10077450" y="2914650"/>
            <a:ext cx="1504950" cy="723900"/>
          </a:xfrm>
          <a:prstGeom prst="rect">
            <a:avLst/>
          </a:prstGeom>
          <a:noFill/>
          <a:ln w="0">
            <a:noFill/>
          </a:ln>
        </p:spPr>
        <p:txBody>
          <a:bodyPr wrap="square" lIns="0" tIns="0" rIns="0" bIns="0" anchor="t">
            <a:noAutofit/>
          </a:bodyPr>
          <a:lstStyle>
            <a:defPPr algn="l">
              <a:defRPr sz="1500" b="0">
                <a:solidFill>
                  <a:srgbClr val="A74127"/>
                </a:solidFill>
                <a:latin typeface="Arial"/>
                <a:ea typeface="Arial"/>
                <a:cs typeface="Arial"/>
              </a:defRPr>
            </a:defPPr>
          </a:lstStyle>
          <a:p>
            <a:pPr algn="l">
              <a:defRPr sz="1500" b="0">
                <a:solidFill>
                  <a:srgbClr val="A74127"/>
                </a:solidFill>
                <a:latin typeface="Arial"/>
                <a:ea typeface="Arial"/>
                <a:cs typeface="Arial"/>
              </a:defRPr>
            </a:pPr>
            <a:r>
              <a:rPr sz="1500" b="0">
                <a:solidFill>
                  <a:srgbClr val="A74127"/>
                </a:solidFill>
                <a:latin typeface="Arial"/>
                <a:ea typeface="Arial"/>
                <a:cs typeface="Arial"/>
              </a:rPr>
              <a:t>Nhập Guest có</a:t>
            </a:r>
          </a:p>
          <a:p>
            <a:pPr algn="l">
              <a:defRPr sz="1500" b="0">
                <a:solidFill>
                  <a:srgbClr val="A74127"/>
                </a:solidFill>
                <a:latin typeface="Arial"/>
                <a:ea typeface="Arial"/>
                <a:cs typeface="Arial"/>
              </a:defRPr>
            </a:pPr>
            <a:r>
              <a:rPr sz="1500" b="0">
                <a:solidFill>
                  <a:srgbClr val="A74127"/>
                </a:solidFill>
                <a:latin typeface="Arial"/>
                <a:ea typeface="Arial"/>
                <a:cs typeface="Arial"/>
              </a:rPr>
              <a:t>xem trước và xác nhận</a:t>
            </a:r>
          </a:p>
        </p:txBody>
      </p:sp>
      <p:sp>
        <p:nvSpPr>
          <p:cNvPr id="43" name="React / TypeScript / Vite">
            <a:extLst>
              <a:ext uri="{FF2B5EF4-FFF2-40B4-BE49-F238E27FC236}">
                <a16:creationId xmlns:a16="http://schemas.microsoft.com/office/drawing/2014/main" id="{486169B6-F98C-40F5-B90D-9F861F7B2494}"/>
              </a:ext>
            </a:extLst>
          </p:cNvPr>
          <p:cNvSpPr>
            <a:spLocks noGrp="1"/>
          </p:cNvSpPr>
          <p:nvPr/>
        </p:nvSpPr>
        <p:spPr>
          <a:xfrm>
            <a:off x="609599" y="3905250"/>
            <a:ext cx="3271935" cy="781050"/>
          </a:xfrm>
          <a:prstGeom prst="rect">
            <a:avLst/>
          </a:prstGeom>
          <a:noFill/>
          <a:ln w="0">
            <a:noFill/>
          </a:ln>
        </p:spPr>
        <p:txBody>
          <a:bodyPr wrap="square" lIns="0" tIns="0" rIns="0" bIns="0" anchor="t">
            <a:noAutofit/>
          </a:bodyPr>
          <a:lstStyle>
            <a:defPPr algn="l">
              <a:defRPr sz="1950" b="1">
                <a:solidFill>
                  <a:srgbClr val="1C1A17"/>
                </a:solidFill>
                <a:latin typeface="Arial"/>
                <a:ea typeface="Arial"/>
                <a:cs typeface="Arial"/>
              </a:defRPr>
            </a:defPPr>
          </a:lstStyle>
          <a:p>
            <a:pPr algn="l">
              <a:defRPr sz="1950" b="1">
                <a:solidFill>
                  <a:srgbClr val="1C1A17"/>
                </a:solidFill>
                <a:latin typeface="Arial"/>
                <a:ea typeface="Arial"/>
                <a:cs typeface="Arial"/>
              </a:defRPr>
            </a:pPr>
            <a:r>
              <a:rPr sz="1950" b="1" dirty="0">
                <a:solidFill>
                  <a:srgbClr val="1C1A17"/>
                </a:solidFill>
                <a:latin typeface="Arial"/>
                <a:ea typeface="Arial"/>
                <a:cs typeface="Arial"/>
              </a:rPr>
              <a:t>React / TypeScript / </a:t>
            </a:r>
            <a:r>
              <a:rPr sz="1950" b="1" dirty="0" err="1">
                <a:solidFill>
                  <a:srgbClr val="1C1A17"/>
                </a:solidFill>
                <a:latin typeface="Arial"/>
                <a:ea typeface="Arial"/>
                <a:cs typeface="Arial"/>
              </a:rPr>
              <a:t>Vite</a:t>
            </a:r>
            <a:endParaRPr sz="1950" b="1" dirty="0">
              <a:solidFill>
                <a:srgbClr val="1C1A17"/>
              </a:solidFill>
              <a:latin typeface="Arial"/>
              <a:ea typeface="Arial"/>
              <a:cs typeface="Arial"/>
            </a:endParaRPr>
          </a:p>
        </p:txBody>
      </p:sp>
      <p:sp>
        <p:nvSpPr>
          <p:cNvPr id="44" name="Google dùng quyền nhận diện cơ bản.&#10;">
            <a:extLst>
              <a:ext uri="{FF2B5EF4-FFF2-40B4-BE49-F238E27FC236}">
                <a16:creationId xmlns:a16="http://schemas.microsoft.com/office/drawing/2014/main" id="{A49084C2-32D1-44EB-AA13-74DCC03E2884}"/>
              </a:ext>
            </a:extLst>
          </p:cNvPr>
          <p:cNvSpPr>
            <a:spLocks noGrp="1"/>
          </p:cNvSpPr>
          <p:nvPr/>
        </p:nvSpPr>
        <p:spPr>
          <a:xfrm>
            <a:off x="609600" y="5029200"/>
            <a:ext cx="2514600" cy="990600"/>
          </a:xfrm>
          <a:prstGeom prst="rect">
            <a:avLst/>
          </a:prstGeom>
          <a:noFill/>
          <a:ln w="0">
            <a:noFill/>
          </a:ln>
        </p:spPr>
        <p:txBody>
          <a:bodyPr wrap="square" lIns="0" tIns="0" rIns="0" bIns="0" anchor="t">
            <a:noAutofit/>
          </a:bodyPr>
          <a:lstStyle>
            <a:defPPr algn="l">
              <a:defRPr sz="1650" b="0">
                <a:solidFill>
                  <a:srgbClr val="1C1A17"/>
                </a:solidFill>
                <a:latin typeface="Arial"/>
                <a:ea typeface="Arial"/>
                <a:cs typeface="Arial"/>
              </a:defRPr>
            </a:defPPr>
          </a:lstStyle>
          <a:p>
            <a:pPr algn="l">
              <a:defRPr sz="1650" b="0">
                <a:solidFill>
                  <a:srgbClr val="1C1A17"/>
                </a:solidFill>
                <a:latin typeface="Arial"/>
                <a:ea typeface="Arial"/>
                <a:cs typeface="Arial"/>
              </a:defRPr>
            </a:pPr>
            <a:endParaRPr sz="1650" b="0" dirty="0">
              <a:solidFill>
                <a:srgbClr val="1C1A17"/>
              </a:solidFill>
              <a:latin typeface="Arial"/>
              <a:ea typeface="Arial"/>
              <a:cs typeface="Arial"/>
            </a:endParaRPr>
          </a:p>
        </p:txBody>
      </p:sp>
      <p:cxnSp>
        <p:nvCxnSpPr>
          <p:cNvPr id="13" name="Straight Arrow Connector 12">
            <a:extLst>
              <a:ext uri="{FF2B5EF4-FFF2-40B4-BE49-F238E27FC236}">
                <a16:creationId xmlns:a16="http://schemas.microsoft.com/office/drawing/2014/main" id="{B1C8D3EA-8255-A2B7-CA53-AD8FE7612E20}"/>
              </a:ext>
            </a:extLst>
          </p:cNvPr>
          <p:cNvCxnSpPr>
            <a:cxnSpLocks/>
          </p:cNvCxnSpPr>
          <p:nvPr/>
        </p:nvCxnSpPr>
        <p:spPr>
          <a:xfrm>
            <a:off x="2705100" y="2612517"/>
            <a:ext cx="640080" cy="0"/>
          </a:xfrm>
          <a:prstGeom prst="straightConnector1">
            <a:avLst/>
          </a:prstGeom>
          <a:ln w="19050">
            <a:solidFill>
              <a:srgbClr val="736D64"/>
            </a:solidFill>
            <a:prstDash val="solid"/>
            <a:tailEnd type="arrow"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516334"/>
            <a:ext cx="115821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07</a:t>
            </a:r>
            <a:endParaRPr lang="en-US" sz="1250" dirty="0"/>
          </a:p>
        </p:txBody>
      </p:sp>
      <p:sp>
        <p:nvSpPr>
          <p:cNvPr id="3" name="Text 1"/>
          <p:cNvSpPr/>
          <p:nvPr/>
        </p:nvSpPr>
        <p:spPr>
          <a:xfrm>
            <a:off x="609585" y="1248401"/>
            <a:ext cx="10972526" cy="440432"/>
          </a:xfrm>
          <a:prstGeom prst="rect">
            <a:avLst/>
          </a:prstGeom>
          <a:noFill/>
          <a:ln/>
        </p:spPr>
        <p:txBody>
          <a:bodyPr wrap="none" lIns="0" tIns="0" rIns="0" bIns="0" rtlCol="0" anchor="t"/>
          <a:lstStyle/>
          <a:p>
            <a:pPr marL="0" indent="0" algn="l">
              <a:lnSpc>
                <a:spcPct val="85000"/>
              </a:lnSpc>
              <a:buNone/>
            </a:pPr>
            <a:r>
              <a:rPr lang="en-US" sz="3400" kern="100" spc="-51" dirty="0">
                <a:solidFill>
                  <a:srgbClr val="000000"/>
                </a:solidFill>
                <a:latin typeface="Lexend" pitchFamily="34" charset="0"/>
                <a:ea typeface="Lexend" pitchFamily="34" charset="-122"/>
                <a:cs typeface="Lexend" pitchFamily="34" charset="-120"/>
              </a:rPr>
              <a:t>Demo: </a:t>
            </a:r>
            <a:r>
              <a:rPr lang="en-US" sz="3400" kern="100" spc="-51" dirty="0" err="1">
                <a:solidFill>
                  <a:srgbClr val="000000"/>
                </a:solidFill>
                <a:latin typeface="Lexend" pitchFamily="34" charset="0"/>
                <a:ea typeface="Lexend" pitchFamily="34" charset="-122"/>
                <a:cs typeface="Lexend" pitchFamily="34" charset="-120"/>
              </a:rPr>
              <a:t>kế</a:t>
            </a:r>
            <a:r>
              <a:rPr lang="en-US" sz="3400" kern="100" spc="-51" dirty="0">
                <a:solidFill>
                  <a:srgbClr val="000000"/>
                </a:solidFill>
                <a:latin typeface="Lexend" pitchFamily="34" charset="0"/>
                <a:ea typeface="Lexend" pitchFamily="34" charset="-122"/>
                <a:cs typeface="Lexend" pitchFamily="34" charset="-120"/>
              </a:rPr>
              <a:t> </a:t>
            </a:r>
            <a:r>
              <a:rPr lang="vi-VN" sz="3400" kern="100" spc="-51" dirty="0">
                <a:solidFill>
                  <a:srgbClr val="000000"/>
                </a:solidFill>
                <a:latin typeface="Lexend" pitchFamily="34" charset="0"/>
                <a:ea typeface="Lexend" pitchFamily="34" charset="-122"/>
                <a:cs typeface="Lexend" pitchFamily="34" charset="-120"/>
              </a:rPr>
              <a:t>hoạch học</a:t>
            </a:r>
            <a:r>
              <a:rPr lang="en-US" sz="3400" kern="100" spc="-51" dirty="0">
                <a:solidFill>
                  <a:srgbClr val="000000"/>
                </a:solidFill>
                <a:latin typeface="Lexend" pitchFamily="34" charset="0"/>
                <a:ea typeface="Lexend" pitchFamily="34" charset="-122"/>
                <a:cs typeface="Lexend" pitchFamily="34" charset="-120"/>
              </a:rPr>
              <a:t> Backend 5 </a:t>
            </a:r>
            <a:r>
              <a:rPr lang="vi-VN" sz="3400" kern="100" spc="-51" dirty="0">
                <a:solidFill>
                  <a:srgbClr val="000000"/>
                </a:solidFill>
                <a:latin typeface="Lexend" pitchFamily="34" charset="0"/>
                <a:ea typeface="Lexend" pitchFamily="34" charset="-122"/>
                <a:cs typeface="Lexend" pitchFamily="34" charset="-120"/>
              </a:rPr>
              <a:t>giờ/tuần</a:t>
            </a:r>
            <a:endParaRPr lang="en-US" sz="3400" dirty="0"/>
          </a:p>
        </p:txBody>
      </p:sp>
      <p:sp>
        <p:nvSpPr>
          <p:cNvPr id="5" name="Shape 3"/>
          <p:cNvSpPr/>
          <p:nvPr/>
        </p:nvSpPr>
        <p:spPr>
          <a:xfrm>
            <a:off x="609585" y="2587029"/>
            <a:ext cx="2514537" cy="2598807"/>
          </a:xfrm>
          <a:prstGeom prst="rect">
            <a:avLst/>
          </a:prstGeom>
          <a:solidFill>
            <a:srgbClr val="FBFAF6"/>
          </a:solidFill>
          <a:ln w="12700">
            <a:solidFill>
              <a:srgbClr val="A74127"/>
            </a:solidFill>
            <a:prstDash val="solid"/>
          </a:ln>
        </p:spPr>
        <p:txBody>
          <a:bodyPr/>
          <a:lstStyle/>
          <a:p>
            <a:endParaRPr lang="en-US"/>
          </a:p>
        </p:txBody>
      </p:sp>
      <p:sp>
        <p:nvSpPr>
          <p:cNvPr id="6" name="Text 4"/>
          <p:cNvSpPr/>
          <p:nvPr/>
        </p:nvSpPr>
        <p:spPr>
          <a:xfrm>
            <a:off x="850879" y="2828330"/>
            <a:ext cx="733506" cy="228600"/>
          </a:xfrm>
          <a:prstGeom prst="rect">
            <a:avLst/>
          </a:prstGeom>
          <a:noFill/>
          <a:ln/>
        </p:spPr>
        <p:txBody>
          <a:bodyPr wrap="none" lIns="0" tIns="0" rIns="0" bIns="0" rtlCol="0" anchor="t"/>
          <a:lstStyle/>
          <a:p>
            <a:pPr marL="0" indent="0" algn="l">
              <a:lnSpc>
                <a:spcPct val="83000"/>
              </a:lnSpc>
              <a:buNone/>
            </a:pPr>
            <a:r>
              <a:rPr lang="en-US" sz="2400" dirty="0">
                <a:solidFill>
                  <a:srgbClr val="A74127"/>
                </a:solidFill>
                <a:latin typeface="Lexend SemiBold" pitchFamily="34" charset="0"/>
                <a:ea typeface="Lexend SemiBold" pitchFamily="34" charset="-122"/>
                <a:cs typeface="Lexend SemiBold" pitchFamily="34" charset="-120"/>
              </a:rPr>
              <a:t>1</a:t>
            </a:r>
            <a:endParaRPr lang="en-US" sz="2400" dirty="0"/>
          </a:p>
        </p:txBody>
      </p:sp>
      <p:sp>
        <p:nvSpPr>
          <p:cNvPr id="7" name="Text 5"/>
          <p:cNvSpPr/>
          <p:nvPr/>
        </p:nvSpPr>
        <p:spPr>
          <a:xfrm>
            <a:off x="850879" y="3174087"/>
            <a:ext cx="2031949" cy="1565864"/>
          </a:xfrm>
          <a:prstGeom prst="rect">
            <a:avLst/>
          </a:prstGeom>
          <a:noFill/>
          <a:ln/>
        </p:spPr>
        <p:txBody>
          <a:bodyPr wrap="square" lIns="0" tIns="0" rIns="0" bIns="0" rtlCol="0" anchor="t">
            <a:noAutofit/>
          </a:bodyPr>
          <a:lstStyle/>
          <a:p>
            <a:pPr marL="0" indent="0" algn="l">
              <a:lnSpc>
                <a:spcPct val="121000"/>
              </a:lnSpc>
              <a:buNone/>
            </a:pPr>
            <a:r>
              <a:rPr lang="en-US" sz="2400" dirty="0">
                <a:solidFill>
                  <a:srgbClr val="000000"/>
                </a:solidFill>
                <a:latin typeface="Lexend" pitchFamily="34" charset="0"/>
                <a:ea typeface="Lexend" pitchFamily="34" charset="-122"/>
                <a:cs typeface="Lexend" pitchFamily="34" charset="-120"/>
              </a:rPr>
              <a:t>Chọn Backend / Node.js</a:t>
            </a:r>
            <a:endParaRPr lang="en-US" sz="2400" dirty="0"/>
          </a:p>
        </p:txBody>
      </p:sp>
      <p:sp>
        <p:nvSpPr>
          <p:cNvPr id="8" name="Shape 6"/>
          <p:cNvSpPr/>
          <p:nvPr/>
        </p:nvSpPr>
        <p:spPr>
          <a:xfrm>
            <a:off x="3428914" y="2587030"/>
            <a:ext cx="2514537" cy="2598806"/>
          </a:xfrm>
          <a:prstGeom prst="rect">
            <a:avLst/>
          </a:prstGeom>
          <a:solidFill>
            <a:srgbClr val="FBFAF6"/>
          </a:solidFill>
          <a:ln w="12700">
            <a:solidFill>
              <a:srgbClr val="A74127"/>
            </a:solidFill>
            <a:prstDash val="solid"/>
          </a:ln>
        </p:spPr>
        <p:txBody>
          <a:bodyPr/>
          <a:lstStyle/>
          <a:p>
            <a:endParaRPr lang="en-US"/>
          </a:p>
        </p:txBody>
      </p:sp>
      <p:sp>
        <p:nvSpPr>
          <p:cNvPr id="9" name="Text 7"/>
          <p:cNvSpPr/>
          <p:nvPr/>
        </p:nvSpPr>
        <p:spPr>
          <a:xfrm>
            <a:off x="3670208" y="2828330"/>
            <a:ext cx="734895" cy="228600"/>
          </a:xfrm>
          <a:prstGeom prst="rect">
            <a:avLst/>
          </a:prstGeom>
          <a:noFill/>
          <a:ln/>
        </p:spPr>
        <p:txBody>
          <a:bodyPr wrap="none" lIns="0" tIns="0" rIns="0" bIns="0" rtlCol="0" anchor="t"/>
          <a:lstStyle/>
          <a:p>
            <a:pPr marL="0" indent="0" algn="l">
              <a:lnSpc>
                <a:spcPct val="83000"/>
              </a:lnSpc>
              <a:buNone/>
            </a:pPr>
            <a:r>
              <a:rPr lang="en-US" sz="2400" dirty="0">
                <a:solidFill>
                  <a:srgbClr val="A74127"/>
                </a:solidFill>
                <a:latin typeface="Lexend SemiBold" pitchFamily="34" charset="0"/>
                <a:ea typeface="Lexend SemiBold" pitchFamily="34" charset="-122"/>
                <a:cs typeface="Lexend SemiBold" pitchFamily="34" charset="-120"/>
              </a:rPr>
              <a:t>2</a:t>
            </a:r>
            <a:endParaRPr lang="en-US" sz="2400" dirty="0"/>
          </a:p>
        </p:txBody>
      </p:sp>
      <p:sp>
        <p:nvSpPr>
          <p:cNvPr id="10" name="Text 8"/>
          <p:cNvSpPr/>
          <p:nvPr/>
        </p:nvSpPr>
        <p:spPr>
          <a:xfrm>
            <a:off x="3670208" y="3174087"/>
            <a:ext cx="2031949" cy="662781"/>
          </a:xfrm>
          <a:prstGeom prst="rect">
            <a:avLst/>
          </a:prstGeom>
          <a:noFill/>
          <a:ln/>
        </p:spPr>
        <p:txBody>
          <a:bodyPr wrap="square" lIns="0" tIns="0" rIns="0" bIns="0" rtlCol="0" anchor="t">
            <a:noAutofit/>
          </a:bodyPr>
          <a:lstStyle/>
          <a:p>
            <a:pPr marL="0" indent="0" algn="l">
              <a:lnSpc>
                <a:spcPct val="121000"/>
              </a:lnSpc>
              <a:buNone/>
            </a:pPr>
            <a:r>
              <a:rPr lang="en-US" sz="2400" dirty="0">
                <a:solidFill>
                  <a:srgbClr val="000000"/>
                </a:solidFill>
                <a:latin typeface="Lexend" pitchFamily="34" charset="0"/>
                <a:ea typeface="Lexend" pitchFamily="34" charset="-122"/>
                <a:cs typeface="Lexend" pitchFamily="34" charset="-120"/>
              </a:rPr>
              <a:t>Chọn nội dung cần học</a:t>
            </a:r>
            <a:endParaRPr lang="en-US" sz="2400" dirty="0"/>
          </a:p>
        </p:txBody>
      </p:sp>
      <p:sp>
        <p:nvSpPr>
          <p:cNvPr id="11" name="Shape 9"/>
          <p:cNvSpPr/>
          <p:nvPr/>
        </p:nvSpPr>
        <p:spPr>
          <a:xfrm>
            <a:off x="6248244" y="2587029"/>
            <a:ext cx="2514537" cy="2598805"/>
          </a:xfrm>
          <a:prstGeom prst="rect">
            <a:avLst/>
          </a:prstGeom>
          <a:solidFill>
            <a:srgbClr val="FBFAF6"/>
          </a:solidFill>
          <a:ln w="12700">
            <a:solidFill>
              <a:srgbClr val="A74127"/>
            </a:solidFill>
            <a:prstDash val="solid"/>
          </a:ln>
        </p:spPr>
        <p:txBody>
          <a:bodyPr/>
          <a:lstStyle/>
          <a:p>
            <a:endParaRPr lang="en-US"/>
          </a:p>
        </p:txBody>
      </p:sp>
      <p:sp>
        <p:nvSpPr>
          <p:cNvPr id="12" name="Text 10"/>
          <p:cNvSpPr/>
          <p:nvPr/>
        </p:nvSpPr>
        <p:spPr>
          <a:xfrm>
            <a:off x="6489538" y="2828330"/>
            <a:ext cx="740153" cy="228600"/>
          </a:xfrm>
          <a:prstGeom prst="rect">
            <a:avLst/>
          </a:prstGeom>
          <a:noFill/>
          <a:ln/>
        </p:spPr>
        <p:txBody>
          <a:bodyPr wrap="none" lIns="0" tIns="0" rIns="0" bIns="0" rtlCol="0" anchor="t"/>
          <a:lstStyle/>
          <a:p>
            <a:pPr marL="0" indent="0" algn="l">
              <a:lnSpc>
                <a:spcPct val="83000"/>
              </a:lnSpc>
              <a:buNone/>
            </a:pPr>
            <a:r>
              <a:rPr lang="en-US" sz="2400" dirty="0">
                <a:solidFill>
                  <a:srgbClr val="A74127"/>
                </a:solidFill>
                <a:latin typeface="Lexend SemiBold" pitchFamily="34" charset="0"/>
                <a:ea typeface="Lexend SemiBold" pitchFamily="34" charset="-122"/>
                <a:cs typeface="Lexend SemiBold" pitchFamily="34" charset="-120"/>
              </a:rPr>
              <a:t>3</a:t>
            </a:r>
            <a:endParaRPr lang="en-US" sz="2400" dirty="0"/>
          </a:p>
        </p:txBody>
      </p:sp>
      <p:sp>
        <p:nvSpPr>
          <p:cNvPr id="13" name="Text 11"/>
          <p:cNvSpPr/>
          <p:nvPr/>
        </p:nvSpPr>
        <p:spPr>
          <a:xfrm>
            <a:off x="6489538" y="3174087"/>
            <a:ext cx="2031949" cy="662781"/>
          </a:xfrm>
          <a:prstGeom prst="rect">
            <a:avLst/>
          </a:prstGeom>
          <a:noFill/>
          <a:ln/>
        </p:spPr>
        <p:txBody>
          <a:bodyPr wrap="square" lIns="0" tIns="0" rIns="0" bIns="0" rtlCol="0" anchor="t">
            <a:noAutofit/>
          </a:bodyPr>
          <a:lstStyle/>
          <a:p>
            <a:pPr marL="0" indent="0" algn="l">
              <a:lnSpc>
                <a:spcPct val="121000"/>
              </a:lnSpc>
              <a:buNone/>
            </a:pPr>
            <a:r>
              <a:rPr lang="en-US" sz="2400" dirty="0">
                <a:solidFill>
                  <a:srgbClr val="000000"/>
                </a:solidFill>
                <a:latin typeface="Lexend" pitchFamily="34" charset="0"/>
                <a:ea typeface="Lexend" pitchFamily="34" charset="-122"/>
                <a:cs typeface="Lexend" pitchFamily="34" charset="-120"/>
              </a:rPr>
              <a:t>Tạo lịch 5 giờ mỗi tuần</a:t>
            </a:r>
            <a:endParaRPr lang="en-US" sz="2400" dirty="0"/>
          </a:p>
        </p:txBody>
      </p:sp>
      <p:sp>
        <p:nvSpPr>
          <p:cNvPr id="14" name="Shape 12"/>
          <p:cNvSpPr/>
          <p:nvPr/>
        </p:nvSpPr>
        <p:spPr>
          <a:xfrm>
            <a:off x="9067573" y="2587030"/>
            <a:ext cx="2514537" cy="2598806"/>
          </a:xfrm>
          <a:prstGeom prst="rect">
            <a:avLst/>
          </a:prstGeom>
          <a:solidFill>
            <a:srgbClr val="FBFAF6"/>
          </a:solidFill>
          <a:ln w="12700">
            <a:solidFill>
              <a:srgbClr val="A74127"/>
            </a:solidFill>
            <a:prstDash val="solid"/>
          </a:ln>
        </p:spPr>
        <p:txBody>
          <a:bodyPr/>
          <a:lstStyle/>
          <a:p>
            <a:endParaRPr lang="en-US"/>
          </a:p>
        </p:txBody>
      </p:sp>
      <p:sp>
        <p:nvSpPr>
          <p:cNvPr id="15" name="Text 13"/>
          <p:cNvSpPr/>
          <p:nvPr/>
        </p:nvSpPr>
        <p:spPr>
          <a:xfrm>
            <a:off x="9308867" y="2828330"/>
            <a:ext cx="757715" cy="228600"/>
          </a:xfrm>
          <a:prstGeom prst="rect">
            <a:avLst/>
          </a:prstGeom>
          <a:noFill/>
          <a:ln/>
        </p:spPr>
        <p:txBody>
          <a:bodyPr wrap="none" lIns="0" tIns="0" rIns="0" bIns="0" rtlCol="0" anchor="t"/>
          <a:lstStyle/>
          <a:p>
            <a:pPr marL="0" indent="0" algn="l">
              <a:lnSpc>
                <a:spcPct val="83000"/>
              </a:lnSpc>
              <a:buNone/>
            </a:pPr>
            <a:r>
              <a:rPr lang="en-US" sz="2400" dirty="0">
                <a:solidFill>
                  <a:srgbClr val="A74127"/>
                </a:solidFill>
                <a:latin typeface="Lexend SemiBold" pitchFamily="34" charset="0"/>
                <a:ea typeface="Lexend SemiBold" pitchFamily="34" charset="-122"/>
                <a:cs typeface="Lexend SemiBold" pitchFamily="34" charset="-120"/>
              </a:rPr>
              <a:t>4</a:t>
            </a:r>
            <a:endParaRPr lang="en-US" sz="2400" dirty="0"/>
          </a:p>
        </p:txBody>
      </p:sp>
      <p:sp>
        <p:nvSpPr>
          <p:cNvPr id="16" name="Text 14"/>
          <p:cNvSpPr/>
          <p:nvPr/>
        </p:nvSpPr>
        <p:spPr>
          <a:xfrm>
            <a:off x="9308867" y="3174087"/>
            <a:ext cx="2031949" cy="662781"/>
          </a:xfrm>
          <a:prstGeom prst="rect">
            <a:avLst/>
          </a:prstGeom>
          <a:noFill/>
          <a:ln/>
        </p:spPr>
        <p:txBody>
          <a:bodyPr wrap="square" lIns="0" tIns="0" rIns="0" bIns="0" rtlCol="0" anchor="t">
            <a:noAutofit/>
          </a:bodyPr>
          <a:lstStyle/>
          <a:p>
            <a:pPr marL="0" indent="0" algn="l">
              <a:lnSpc>
                <a:spcPct val="121000"/>
              </a:lnSpc>
              <a:buNone/>
            </a:pPr>
            <a:r>
              <a:rPr lang="en-US" sz="2400" dirty="0">
                <a:solidFill>
                  <a:srgbClr val="000000"/>
                </a:solidFill>
                <a:latin typeface="Lexend" pitchFamily="34" charset="0"/>
                <a:ea typeface="Lexend" pitchFamily="34" charset="-122"/>
                <a:cs typeface="Lexend" pitchFamily="34" charset="-120"/>
              </a:rPr>
              <a:t>Ghi nhận một việc đã xong</a:t>
            </a:r>
            <a:endParaRPr lang="en-US" sz="2400" dirty="0"/>
          </a:p>
        </p:txBody>
      </p:sp>
      <p:sp>
        <p:nvSpPr>
          <p:cNvPr id="18" name="Xây API quản lý công việc">
            <a:extLst>
              <a:ext uri="{FF2B5EF4-FFF2-40B4-BE49-F238E27FC236}">
                <a16:creationId xmlns:a16="http://schemas.microsoft.com/office/drawing/2014/main" id="{5E2E94F2-70F0-4DC5-A57E-96288C19EB8F}"/>
              </a:ext>
            </a:extLst>
          </p:cNvPr>
          <p:cNvSpPr>
            <a:spLocks noGrp="1"/>
          </p:cNvSpPr>
          <p:nvPr/>
        </p:nvSpPr>
        <p:spPr>
          <a:xfrm>
            <a:off x="609600" y="1957387"/>
            <a:ext cx="10477500" cy="495300"/>
          </a:xfrm>
          <a:prstGeom prst="rect">
            <a:avLst/>
          </a:prstGeom>
          <a:noFill/>
          <a:ln w="0">
            <a:noFill/>
          </a:ln>
        </p:spPr>
        <p:txBody>
          <a:bodyPr wrap="square" lIns="0" tIns="0" rIns="0" bIns="0" anchor="t">
            <a:noAutofit/>
          </a:bodyPr>
          <a:lstStyle>
            <a:defPPr algn="l">
              <a:defRPr sz="2550" b="1">
                <a:solidFill>
                  <a:srgbClr val="A74127"/>
                </a:solidFill>
                <a:latin typeface="Arial"/>
                <a:ea typeface="Arial"/>
                <a:cs typeface="Arial"/>
              </a:defRPr>
            </a:defPPr>
          </a:lstStyle>
          <a:p>
            <a:pPr algn="l">
              <a:defRPr sz="2550" b="1">
                <a:solidFill>
                  <a:srgbClr val="A74127"/>
                </a:solidFill>
                <a:latin typeface="Arial"/>
                <a:ea typeface="Arial"/>
                <a:cs typeface="Arial"/>
              </a:defRPr>
            </a:pPr>
            <a:r>
              <a:rPr sz="2550" b="1">
                <a:solidFill>
                  <a:srgbClr val="A74127"/>
                </a:solidFill>
                <a:latin typeface="Arial"/>
                <a:ea typeface="Arial"/>
                <a:cs typeface="Arial"/>
              </a:rPr>
              <a:t>Xây API quản lý công việc</a:t>
            </a:r>
          </a:p>
        </p:txBody>
      </p:sp>
      <p:pic>
        <p:nvPicPr>
          <p:cNvPr id="4" name="Picture 3">
            <a:extLst>
              <a:ext uri="{FF2B5EF4-FFF2-40B4-BE49-F238E27FC236}">
                <a16:creationId xmlns:a16="http://schemas.microsoft.com/office/drawing/2014/main" id="{031E5D4B-E561-4B43-8E01-6A77A39CD6DD}"/>
              </a:ext>
            </a:extLst>
          </p:cNvPr>
          <p:cNvPicPr>
            <a:picLocks noChangeAspect="1"/>
          </p:cNvPicPr>
          <p:nvPr/>
        </p:nvPicPr>
        <p:blipFill>
          <a:blip r:embed="rId3"/>
          <a:stretch>
            <a:fillRect/>
          </a:stretch>
        </p:blipFill>
        <p:spPr>
          <a:xfrm>
            <a:off x="255943" y="516334"/>
            <a:ext cx="11679810" cy="58775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62A083F4-2BE5-47C1-8597-71B50B106E06}"/>
              </a:ext>
            </a:extLst>
          </p:cNvPr>
          <p:cNvSpPr/>
          <p:nvPr/>
        </p:nvSpPr>
        <p:spPr>
          <a:xfrm>
            <a:off x="2387586" y="3036231"/>
            <a:ext cx="11074123" cy="362645"/>
          </a:xfrm>
          <a:prstGeom prst="rect">
            <a:avLst/>
          </a:prstGeom>
          <a:noFill/>
          <a:ln/>
        </p:spPr>
        <p:txBody>
          <a:bodyPr wrap="none" lIns="0" tIns="0" rIns="0" bIns="0" rtlCol="0" anchor="t"/>
          <a:lstStyle/>
          <a:p>
            <a:pPr marL="0" indent="0" algn="l">
              <a:lnSpc>
                <a:spcPct val="85000"/>
              </a:lnSpc>
              <a:buNone/>
            </a:pPr>
            <a:r>
              <a:rPr lang="vi-VN" sz="4000" dirty="0"/>
              <a:t>Nhiều thế -&gt; kiểm thử như nào???</a:t>
            </a:r>
            <a:endParaRPr lang="en-US" sz="4000" dirty="0"/>
          </a:p>
        </p:txBody>
      </p:sp>
      <p:sp>
        <p:nvSpPr>
          <p:cNvPr id="3" name="Text 0">
            <a:extLst>
              <a:ext uri="{FF2B5EF4-FFF2-40B4-BE49-F238E27FC236}">
                <a16:creationId xmlns:a16="http://schemas.microsoft.com/office/drawing/2014/main" id="{951A598D-0E9F-452B-B61A-B920C4704D3E}"/>
              </a:ext>
            </a:extLst>
          </p:cNvPr>
          <p:cNvSpPr/>
          <p:nvPr/>
        </p:nvSpPr>
        <p:spPr>
          <a:xfrm>
            <a:off x="584185" y="490934"/>
            <a:ext cx="116075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08</a:t>
            </a:r>
          </a:p>
          <a:p>
            <a:pPr marL="0" indent="0" algn="l">
              <a:lnSpc>
                <a:spcPct val="112000"/>
              </a:lnSpc>
              <a:buNone/>
            </a:pPr>
            <a:endParaRPr lang="en-US" sz="1250" dirty="0"/>
          </a:p>
        </p:txBody>
      </p:sp>
    </p:spTree>
    <p:extLst>
      <p:ext uri="{BB962C8B-B14F-4D97-AF65-F5344CB8AC3E}">
        <p14:creationId xmlns:p14="http://schemas.microsoft.com/office/powerpoint/2010/main" val="3596617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8786" y="440134"/>
            <a:ext cx="11632909"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09</a:t>
            </a:r>
            <a:endParaRPr lang="en-US" sz="1250" dirty="0"/>
          </a:p>
        </p:txBody>
      </p:sp>
      <p:sp>
        <p:nvSpPr>
          <p:cNvPr id="3" name="Text 1"/>
          <p:cNvSpPr/>
          <p:nvPr/>
        </p:nvSpPr>
        <p:spPr>
          <a:xfrm>
            <a:off x="558786" y="1164195"/>
            <a:ext cx="11074123" cy="362645"/>
          </a:xfrm>
          <a:prstGeom prst="rect">
            <a:avLst/>
          </a:prstGeom>
          <a:noFill/>
          <a:ln/>
        </p:spPr>
        <p:txBody>
          <a:bodyPr wrap="none" lIns="0" tIns="0" rIns="0" bIns="0" rtlCol="0" anchor="t"/>
          <a:lstStyle/>
          <a:p>
            <a:pPr marL="0" indent="0" algn="l">
              <a:lnSpc>
                <a:spcPct val="85000"/>
              </a:lnSpc>
              <a:buNone/>
            </a:pPr>
            <a:r>
              <a:rPr lang="en-US" sz="2800" kern="100" spc="-42" dirty="0">
                <a:solidFill>
                  <a:srgbClr val="000000"/>
                </a:solidFill>
                <a:latin typeface="Lexend" pitchFamily="34" charset="0"/>
                <a:ea typeface="Lexend" pitchFamily="34" charset="-122"/>
                <a:cs typeface="Lexend" pitchFamily="34" charset="-120"/>
              </a:rPr>
              <a:t>39 ca UI My Plan</a:t>
            </a:r>
            <a:r>
              <a:rPr lang="vi-VN" sz="2800" kern="100" spc="-42" dirty="0">
                <a:solidFill>
                  <a:srgbClr val="000000"/>
                </a:solidFill>
                <a:latin typeface="Lexend" pitchFamily="34" charset="0"/>
                <a:ea typeface="Lexend" pitchFamily="34" charset="-122"/>
                <a:cs typeface="Lexend" pitchFamily="34" charset="-120"/>
              </a:rPr>
              <a:t> được ghi nhận, </a:t>
            </a:r>
            <a:r>
              <a:rPr lang="en-US" sz="2800" kern="100" spc="-42" dirty="0" err="1">
                <a:solidFill>
                  <a:srgbClr val="000000"/>
                </a:solidFill>
                <a:latin typeface="Lexend" pitchFamily="34" charset="0"/>
                <a:ea typeface="Lexend" pitchFamily="34" charset="-122"/>
                <a:cs typeface="Lexend" pitchFamily="34" charset="-120"/>
              </a:rPr>
              <a:t>một</a:t>
            </a:r>
            <a:r>
              <a:rPr lang="en-US" sz="2800" kern="100" spc="-42" dirty="0">
                <a:solidFill>
                  <a:srgbClr val="000000"/>
                </a:solidFill>
                <a:latin typeface="Lexend" pitchFamily="34" charset="0"/>
                <a:ea typeface="Lexend" pitchFamily="34" charset="-122"/>
                <a:cs typeface="Lexend" pitchFamily="34" charset="-120"/>
              </a:rPr>
              <a:t> lỗi được sửa</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907064728"/>
              </p:ext>
            </p:extLst>
          </p:nvPr>
        </p:nvGraphicFramePr>
        <p:xfrm>
          <a:off x="558786" y="1773932"/>
          <a:ext cx="7577508" cy="2952873"/>
        </p:xfrm>
        <a:graphic>
          <a:graphicData uri="http://schemas.openxmlformats.org/drawingml/2006/table">
            <a:tbl>
              <a:tblPr/>
              <a:tblGrid>
                <a:gridCol w="1552309">
                  <a:extLst>
                    <a:ext uri="{9D8B030D-6E8A-4147-A177-3AD203B41FA5}">
                      <a16:colId xmlns:a16="http://schemas.microsoft.com/office/drawing/2014/main" val="20000"/>
                    </a:ext>
                  </a:extLst>
                </a:gridCol>
                <a:gridCol w="6025199">
                  <a:extLst>
                    <a:ext uri="{9D8B030D-6E8A-4147-A177-3AD203B41FA5}">
                      <a16:colId xmlns:a16="http://schemas.microsoft.com/office/drawing/2014/main" val="20001"/>
                    </a:ext>
                  </a:extLst>
                </a:gridCol>
              </a:tblGrid>
              <a:tr h="526838">
                <a:tc>
                  <a:txBody>
                    <a:bodyPr/>
                    <a:lstStyle/>
                    <a:p>
                      <a:pPr marL="0" indent="0" algn="l">
                        <a:buNone/>
                      </a:pPr>
                      <a:r>
                        <a:rPr lang="en-US" sz="1800" b="1" dirty="0">
                          <a:solidFill>
                            <a:srgbClr val="000000"/>
                          </a:solidFill>
                          <a:latin typeface="Lexend" pitchFamily="34" charset="0"/>
                          <a:ea typeface="Lexend" pitchFamily="34" charset="-122"/>
                          <a:cs typeface="Lexend" pitchFamily="34" charset="-120"/>
                        </a:rPr>
                        <a:t>Số ca</a:t>
                      </a:r>
                      <a:endParaRPr lang="en-US" sz="1800" b="1"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F4F1EA"/>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en-US" sz="1800" b="1" dirty="0">
                          <a:solidFill>
                            <a:srgbClr val="000000"/>
                          </a:solidFill>
                          <a:latin typeface="Lexend" pitchFamily="34" charset="0"/>
                          <a:ea typeface="Lexend" pitchFamily="34" charset="-122"/>
                          <a:cs typeface="Lexend" pitchFamily="34" charset="-120"/>
                        </a:rPr>
                        <a:t>Môi trường / phạm vi</a:t>
                      </a:r>
                      <a:endParaRPr lang="en-US" sz="1800" b="1"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F4F1EA"/>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0"/>
                  </a:ext>
                </a:extLst>
              </a:tr>
              <a:tr h="526838">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26</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Guest và IndexedDB thật</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1"/>
                  </a:ext>
                </a:extLst>
              </a:tr>
              <a:tr h="526838">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12</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Fixture RAM mô phỏng lỗi lưu</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2"/>
                  </a:ext>
                </a:extLst>
              </a:tr>
              <a:tr h="526838">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1</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Mobile trong trình duyệt 390 × 844</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3"/>
                  </a:ext>
                </a:extLst>
              </a:tr>
              <a:tr h="845521">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42/42</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F4F1EA"/>
                      </a:solidFill>
                      <a:prstDash val="solid"/>
                      <a:round/>
                      <a:headEnd type="none" w="med" len="med"/>
                      <a:tailEnd type="none" w="med" len="med"/>
                    </a:lnB>
                    <a:solidFill>
                      <a:srgbClr val="F4F1EA"/>
                    </a:solidFill>
                  </a:tcPr>
                </a:tc>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Bộ kiểm tra domain / renderer riêng</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F4F1EA"/>
                      </a:solidFill>
                      <a:prstDash val="solid"/>
                      <a:round/>
                      <a:headEnd type="none" w="med" len="med"/>
                      <a:tailEnd type="none" w="med" len="med"/>
                    </a:lnB>
                    <a:solidFill>
                      <a:srgbClr val="F4F1E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1">
            <a:extLst>
              <a:ext uri="{FF2B5EF4-FFF2-40B4-BE49-F238E27FC236}">
                <a16:creationId xmlns:a16="http://schemas.microsoft.com/office/drawing/2014/main" id="{4F9B61CA-4B32-47B9-8384-9890D0297324}"/>
              </a:ext>
            </a:extLst>
          </p:cNvPr>
          <p:cNvGraphicFramePr>
            <a:graphicFrameLocks noGrp="1"/>
          </p:cNvGraphicFramePr>
          <p:nvPr>
            <p:extLst>
              <p:ext uri="{D42A27DB-BD31-4B8C-83A1-F6EECF244321}">
                <p14:modId xmlns:p14="http://schemas.microsoft.com/office/powerpoint/2010/main" val="1659438111"/>
              </p:ext>
            </p:extLst>
          </p:nvPr>
        </p:nvGraphicFramePr>
        <p:xfrm>
          <a:off x="609586" y="1718908"/>
          <a:ext cx="6800864" cy="3672243"/>
        </p:xfrm>
        <a:graphic>
          <a:graphicData uri="http://schemas.openxmlformats.org/drawingml/2006/table">
            <a:tbl>
              <a:tblPr/>
              <a:tblGrid>
                <a:gridCol w="2720270">
                  <a:extLst>
                    <a:ext uri="{9D8B030D-6E8A-4147-A177-3AD203B41FA5}">
                      <a16:colId xmlns:a16="http://schemas.microsoft.com/office/drawing/2014/main" val="20000"/>
                    </a:ext>
                  </a:extLst>
                </a:gridCol>
                <a:gridCol w="4080594">
                  <a:extLst>
                    <a:ext uri="{9D8B030D-6E8A-4147-A177-3AD203B41FA5}">
                      <a16:colId xmlns:a16="http://schemas.microsoft.com/office/drawing/2014/main" val="20001"/>
                    </a:ext>
                  </a:extLst>
                </a:gridCol>
              </a:tblGrid>
              <a:tr h="919958">
                <a:tc>
                  <a:txBody>
                    <a:bodyPr/>
                    <a:lstStyle/>
                    <a:p>
                      <a:pPr marL="0" indent="0" algn="l">
                        <a:buNone/>
                      </a:pPr>
                      <a:r>
                        <a:rPr lang="en-US" sz="1800" b="1" dirty="0">
                          <a:solidFill>
                            <a:srgbClr val="000000"/>
                          </a:solidFill>
                          <a:latin typeface="Lexend" pitchFamily="34" charset="0"/>
                          <a:ea typeface="Lexend" pitchFamily="34" charset="-122"/>
                          <a:cs typeface="Lexend" pitchFamily="34" charset="-120"/>
                        </a:rPr>
                        <a:t>Cùng thao tác: bỏ ngành</a:t>
                      </a:r>
                      <a:endParaRPr lang="en-US" sz="1800" b="1"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F4F1EA"/>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en-US" sz="1800" b="1" dirty="0">
                          <a:solidFill>
                            <a:srgbClr val="000000"/>
                          </a:solidFill>
                          <a:latin typeface="Lexend" pitchFamily="34" charset="0"/>
                          <a:ea typeface="Lexend" pitchFamily="34" charset="-122"/>
                          <a:cs typeface="Lexend" pitchFamily="34" charset="-120"/>
                        </a:rPr>
                        <a:t>Kết quả</a:t>
                      </a:r>
                      <a:endParaRPr lang="en-US" sz="1800" b="1"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F4F1EA"/>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0"/>
                  </a:ext>
                </a:extLst>
              </a:tr>
              <a:tr h="912369">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Trước sửa, theo QA</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Ngành rỗng kéo khoa về rỗng</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1"/>
                  </a:ext>
                </a:extLst>
              </a:tr>
              <a:tr h="919958">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Sau sửa</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Khoa giữ nguyên, ngành chưa chọn</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2"/>
                  </a:ext>
                </a:extLst>
              </a:tr>
              <a:tr h="919958">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Hồi quy</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F4F1EA"/>
                      </a:solidFill>
                      <a:prstDash val="solid"/>
                      <a:round/>
                      <a:headEnd type="none" w="med" len="med"/>
                      <a:tailEnd type="none" w="med" len="med"/>
                    </a:lnB>
                    <a:solidFill>
                      <a:srgbClr val="F4F1EA"/>
                    </a:solidFill>
                  </a:tcPr>
                </a:tc>
                <a:tc>
                  <a:txBody>
                    <a:bodyPr/>
                    <a:lstStyle/>
                    <a:p>
                      <a:pPr marL="0" indent="0" algn="l">
                        <a:buNone/>
                      </a:pPr>
                      <a:r>
                        <a:rPr lang="en-US" sz="1800" dirty="0">
                          <a:solidFill>
                            <a:srgbClr val="000000"/>
                          </a:solidFill>
                          <a:latin typeface="Lexend" pitchFamily="34" charset="0"/>
                          <a:ea typeface="Lexend" pitchFamily="34" charset="-122"/>
                          <a:cs typeface="Lexend" pitchFamily="34" charset="-120"/>
                        </a:rPr>
                        <a:t>Chủ động bỏ khoa vẫn bỏ ngành</a:t>
                      </a:r>
                      <a:endParaRPr lang="en-US" sz="1800"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F4F1EA"/>
                      </a:solidFill>
                      <a:prstDash val="solid"/>
                      <a:round/>
                      <a:headEnd type="none" w="med" len="med"/>
                      <a:tailEnd type="none" w="med" len="med"/>
                    </a:lnB>
                    <a:solidFill>
                      <a:srgbClr val="F4F1EA"/>
                    </a:solidFill>
                  </a:tcPr>
                </a:tc>
                <a:extLst>
                  <a:ext uri="{0D108BD9-81ED-4DB2-BD59-A6C34878D82A}">
                    <a16:rowId xmlns:a16="http://schemas.microsoft.com/office/drawing/2014/main" val="10003"/>
                  </a:ext>
                </a:extLst>
              </a:tr>
            </a:tbl>
          </a:graphicData>
        </a:graphic>
      </p:graphicFrame>
      <p:sp>
        <p:nvSpPr>
          <p:cNvPr id="7" name="Text 1">
            <a:extLst>
              <a:ext uri="{FF2B5EF4-FFF2-40B4-BE49-F238E27FC236}">
                <a16:creationId xmlns:a16="http://schemas.microsoft.com/office/drawing/2014/main" id="{8A1D7095-5240-4EC2-BB9C-12FBE3A3603B}"/>
              </a:ext>
            </a:extLst>
          </p:cNvPr>
          <p:cNvSpPr/>
          <p:nvPr/>
        </p:nvSpPr>
        <p:spPr>
          <a:xfrm>
            <a:off x="558786" y="1164195"/>
            <a:ext cx="11074123" cy="362645"/>
          </a:xfrm>
          <a:prstGeom prst="rect">
            <a:avLst/>
          </a:prstGeom>
          <a:noFill/>
          <a:ln/>
        </p:spPr>
        <p:txBody>
          <a:bodyPr wrap="none" lIns="0" tIns="0" rIns="0" bIns="0" rtlCol="0" anchor="t"/>
          <a:lstStyle/>
          <a:p>
            <a:pPr marL="0" indent="0" algn="l">
              <a:lnSpc>
                <a:spcPct val="104000"/>
              </a:lnSpc>
              <a:buNone/>
            </a:pPr>
            <a:r>
              <a:rPr lang="en-US" sz="2800" dirty="0" err="1">
                <a:solidFill>
                  <a:srgbClr val="000000"/>
                </a:solidFill>
                <a:latin typeface="Lexend" panose="020B0604020202020204" charset="0"/>
                <a:ea typeface="Lexend SemiBold" pitchFamily="34" charset="-122"/>
                <a:cs typeface="Lexend SemiBold" pitchFamily="34" charset="-120"/>
              </a:rPr>
              <a:t>Bỏ</a:t>
            </a:r>
            <a:r>
              <a:rPr lang="en-US" sz="2800" dirty="0">
                <a:solidFill>
                  <a:srgbClr val="000000"/>
                </a:solidFill>
                <a:latin typeface="Lexend" panose="020B0604020202020204" charset="0"/>
                <a:ea typeface="Lexend SemiBold" pitchFamily="34" charset="-122"/>
                <a:cs typeface="Lexend SemiBold" pitchFamily="34" charset="-120"/>
              </a:rPr>
              <a:t> </a:t>
            </a:r>
            <a:r>
              <a:rPr lang="en-US" sz="2800" dirty="0" err="1">
                <a:solidFill>
                  <a:srgbClr val="000000"/>
                </a:solidFill>
                <a:latin typeface="Lexend" panose="020B0604020202020204" charset="0"/>
                <a:ea typeface="Lexend SemiBold" pitchFamily="34" charset="-122"/>
                <a:cs typeface="Lexend SemiBold" pitchFamily="34" charset="-120"/>
              </a:rPr>
              <a:t>chọn</a:t>
            </a:r>
            <a:r>
              <a:rPr lang="en-US" sz="2800" dirty="0">
                <a:solidFill>
                  <a:srgbClr val="000000"/>
                </a:solidFill>
                <a:latin typeface="Lexend" panose="020B0604020202020204" charset="0"/>
                <a:ea typeface="Lexend SemiBold" pitchFamily="34" charset="-122"/>
                <a:cs typeface="Lexend SemiBold" pitchFamily="34" charset="-120"/>
              </a:rPr>
              <a:t> </a:t>
            </a:r>
            <a:r>
              <a:rPr lang="en-US" sz="2800" dirty="0" err="1">
                <a:solidFill>
                  <a:srgbClr val="000000"/>
                </a:solidFill>
                <a:latin typeface="Lexend" panose="020B0604020202020204" charset="0"/>
                <a:ea typeface="Lexend SemiBold" pitchFamily="34" charset="-122"/>
                <a:cs typeface="Lexend SemiBold" pitchFamily="34" charset="-120"/>
              </a:rPr>
              <a:t>ngành</a:t>
            </a:r>
            <a:r>
              <a:rPr lang="en-US" sz="2800" dirty="0">
                <a:solidFill>
                  <a:srgbClr val="000000"/>
                </a:solidFill>
                <a:latin typeface="Lexend" panose="020B0604020202020204" charset="0"/>
                <a:ea typeface="Lexend SemiBold" pitchFamily="34" charset="-122"/>
                <a:cs typeface="Lexend SemiBold" pitchFamily="34" charset="-120"/>
              </a:rPr>
              <a:t> </a:t>
            </a:r>
            <a:r>
              <a:rPr lang="en-US" sz="2800" dirty="0" err="1">
                <a:solidFill>
                  <a:srgbClr val="000000"/>
                </a:solidFill>
                <a:latin typeface="Lexend" panose="020B0604020202020204" charset="0"/>
                <a:ea typeface="Lexend SemiBold" pitchFamily="34" charset="-122"/>
                <a:cs typeface="Lexend SemiBold" pitchFamily="34" charset="-120"/>
              </a:rPr>
              <a:t>từng</a:t>
            </a:r>
            <a:r>
              <a:rPr lang="en-US" sz="2800" dirty="0">
                <a:solidFill>
                  <a:srgbClr val="000000"/>
                </a:solidFill>
                <a:latin typeface="Lexend" panose="020B0604020202020204" charset="0"/>
                <a:ea typeface="Lexend SemiBold" pitchFamily="34" charset="-122"/>
                <a:cs typeface="Lexend SemiBold" pitchFamily="34" charset="-120"/>
              </a:rPr>
              <a:t> </a:t>
            </a:r>
            <a:r>
              <a:rPr lang="en-US" sz="2800" dirty="0" err="1">
                <a:solidFill>
                  <a:srgbClr val="000000"/>
                </a:solidFill>
                <a:latin typeface="Lexend" panose="020B0604020202020204" charset="0"/>
                <a:ea typeface="Lexend SemiBold" pitchFamily="34" charset="-122"/>
                <a:cs typeface="Lexend SemiBold" pitchFamily="34" charset="-120"/>
              </a:rPr>
              <a:t>làm</a:t>
            </a:r>
            <a:r>
              <a:rPr lang="en-US" sz="2800" dirty="0">
                <a:solidFill>
                  <a:srgbClr val="000000"/>
                </a:solidFill>
                <a:latin typeface="Lexend" panose="020B0604020202020204" charset="0"/>
                <a:ea typeface="Lexend SemiBold" pitchFamily="34" charset="-122"/>
                <a:cs typeface="Lexend SemiBold" pitchFamily="34" charset="-120"/>
              </a:rPr>
              <a:t> </a:t>
            </a:r>
            <a:r>
              <a:rPr lang="en-US" sz="2800" dirty="0" err="1">
                <a:solidFill>
                  <a:srgbClr val="000000"/>
                </a:solidFill>
                <a:latin typeface="Lexend" panose="020B0604020202020204" charset="0"/>
                <a:ea typeface="Lexend SemiBold" pitchFamily="34" charset="-122"/>
                <a:cs typeface="Lexend SemiBold" pitchFamily="34" charset="-120"/>
              </a:rPr>
              <a:t>mất</a:t>
            </a:r>
            <a:r>
              <a:rPr lang="en-US" sz="2800" dirty="0">
                <a:solidFill>
                  <a:srgbClr val="000000"/>
                </a:solidFill>
                <a:latin typeface="Lexend" panose="020B0604020202020204" charset="0"/>
                <a:ea typeface="Lexend SemiBold" pitchFamily="34" charset="-122"/>
                <a:cs typeface="Lexend SemiBold" pitchFamily="34" charset="-120"/>
              </a:rPr>
              <a:t> khoa</a:t>
            </a:r>
            <a:endParaRPr lang="en-US" sz="2800" dirty="0">
              <a:latin typeface="Lexend" panose="020B0604020202020204" charset="0"/>
            </a:endParaRPr>
          </a:p>
        </p:txBody>
      </p:sp>
      <p:sp>
        <p:nvSpPr>
          <p:cNvPr id="8" name="Text 0">
            <a:extLst>
              <a:ext uri="{FF2B5EF4-FFF2-40B4-BE49-F238E27FC236}">
                <a16:creationId xmlns:a16="http://schemas.microsoft.com/office/drawing/2014/main" id="{C9C5D9CF-B30B-441B-8FEE-A73DC8B3B3A5}"/>
              </a:ext>
            </a:extLst>
          </p:cNvPr>
          <p:cNvSpPr/>
          <p:nvPr/>
        </p:nvSpPr>
        <p:spPr>
          <a:xfrm>
            <a:off x="609585" y="516334"/>
            <a:ext cx="115821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10</a:t>
            </a:r>
            <a:endParaRPr lang="en-US" sz="1250" dirty="0"/>
          </a:p>
        </p:txBody>
      </p:sp>
      <p:pic>
        <p:nvPicPr>
          <p:cNvPr id="9" name="Picture 8">
            <a:extLst>
              <a:ext uri="{FF2B5EF4-FFF2-40B4-BE49-F238E27FC236}">
                <a16:creationId xmlns:a16="http://schemas.microsoft.com/office/drawing/2014/main" id="{321E74B5-D323-4F79-91A7-BFFE64F97C57}"/>
              </a:ext>
            </a:extLst>
          </p:cNvPr>
          <p:cNvPicPr>
            <a:picLocks noChangeAspect="1"/>
          </p:cNvPicPr>
          <p:nvPr/>
        </p:nvPicPr>
        <p:blipFill>
          <a:blip r:embed="rId2"/>
          <a:stretch/>
        </p:blipFill>
        <p:spPr>
          <a:xfrm>
            <a:off x="7705725" y="2157015"/>
            <a:ext cx="4343400" cy="2322048"/>
          </a:xfrm>
          <a:prstGeom prst="rect">
            <a:avLst/>
          </a:prstGeom>
        </p:spPr>
      </p:pic>
    </p:spTree>
    <p:extLst>
      <p:ext uri="{BB962C8B-B14F-4D97-AF65-F5344CB8AC3E}">
        <p14:creationId xmlns:p14="http://schemas.microsoft.com/office/powerpoint/2010/main" val="1418460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D726-617F-1E77-354B-F49A3971B67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8ABDDDF-0928-7B69-14FD-F84B9CE89409}"/>
              </a:ext>
            </a:extLst>
          </p:cNvPr>
          <p:cNvSpPr/>
          <p:nvPr/>
        </p:nvSpPr>
        <p:spPr>
          <a:xfrm>
            <a:off x="609585" y="516334"/>
            <a:ext cx="115821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11</a:t>
            </a:r>
            <a:endParaRPr lang="en-US" sz="1250" dirty="0"/>
          </a:p>
        </p:txBody>
      </p:sp>
      <p:sp>
        <p:nvSpPr>
          <p:cNvPr id="3" name="Text 1">
            <a:extLst>
              <a:ext uri="{FF2B5EF4-FFF2-40B4-BE49-F238E27FC236}">
                <a16:creationId xmlns:a16="http://schemas.microsoft.com/office/drawing/2014/main" id="{8813D4EA-5605-1FE3-AC76-3899F8ABC035}"/>
              </a:ext>
            </a:extLst>
          </p:cNvPr>
          <p:cNvSpPr/>
          <p:nvPr/>
        </p:nvSpPr>
        <p:spPr>
          <a:xfrm>
            <a:off x="609585" y="1249391"/>
            <a:ext cx="10972526" cy="414437"/>
          </a:xfrm>
          <a:prstGeom prst="rect">
            <a:avLst/>
          </a:prstGeom>
          <a:noFill/>
          <a:ln/>
        </p:spPr>
        <p:txBody>
          <a:bodyPr wrap="none" lIns="0" tIns="0" rIns="0" bIns="0" rtlCol="0" anchor="t"/>
          <a:lstStyle/>
          <a:p>
            <a:pPr marL="0" indent="0" algn="l">
              <a:lnSpc>
                <a:spcPct val="85000"/>
              </a:lnSpc>
              <a:buNone/>
            </a:pPr>
            <a:r>
              <a:rPr lang="en-US" sz="3200" kern="100" spc="-48" dirty="0">
                <a:solidFill>
                  <a:srgbClr val="000000"/>
                </a:solidFill>
                <a:latin typeface="Lexend" pitchFamily="34" charset="0"/>
                <a:ea typeface="Lexend" pitchFamily="34" charset="-122"/>
                <a:cs typeface="Lexend" pitchFamily="34" charset="-120"/>
              </a:rPr>
              <a:t>AI hỗ trợ, nhóm kiểm tra và quyết định</a:t>
            </a:r>
            <a:endParaRPr lang="en-US" sz="3200" dirty="0"/>
          </a:p>
        </p:txBody>
      </p:sp>
      <p:graphicFrame>
        <p:nvGraphicFramePr>
          <p:cNvPr id="9" name="Table 0">
            <a:extLst>
              <a:ext uri="{FF2B5EF4-FFF2-40B4-BE49-F238E27FC236}">
                <a16:creationId xmlns:a16="http://schemas.microsoft.com/office/drawing/2014/main" id="{2AB2997E-2CFC-5132-2C37-62FBC5DBC46F}"/>
              </a:ext>
            </a:extLst>
          </p:cNvPr>
          <p:cNvGraphicFramePr>
            <a:graphicFrameLocks noGrp="1"/>
          </p:cNvGraphicFramePr>
          <p:nvPr>
            <p:extLst>
              <p:ext uri="{D42A27DB-BD31-4B8C-83A1-F6EECF244321}">
                <p14:modId xmlns:p14="http://schemas.microsoft.com/office/powerpoint/2010/main" val="3418170508"/>
              </p:ext>
            </p:extLst>
          </p:nvPr>
        </p:nvGraphicFramePr>
        <p:xfrm>
          <a:off x="609585" y="1901924"/>
          <a:ext cx="10743107" cy="2870660"/>
        </p:xfrm>
        <a:graphic>
          <a:graphicData uri="http://schemas.openxmlformats.org/drawingml/2006/table">
            <a:tbl>
              <a:tblPr/>
              <a:tblGrid>
                <a:gridCol w="3062280">
                  <a:extLst>
                    <a:ext uri="{9D8B030D-6E8A-4147-A177-3AD203B41FA5}">
                      <a16:colId xmlns:a16="http://schemas.microsoft.com/office/drawing/2014/main" val="20000"/>
                    </a:ext>
                  </a:extLst>
                </a:gridCol>
                <a:gridCol w="3291698">
                  <a:extLst>
                    <a:ext uri="{9D8B030D-6E8A-4147-A177-3AD203B41FA5}">
                      <a16:colId xmlns:a16="http://schemas.microsoft.com/office/drawing/2014/main" val="20001"/>
                    </a:ext>
                  </a:extLst>
                </a:gridCol>
                <a:gridCol w="4389129">
                  <a:extLst>
                    <a:ext uri="{9D8B030D-6E8A-4147-A177-3AD203B41FA5}">
                      <a16:colId xmlns:a16="http://schemas.microsoft.com/office/drawing/2014/main" val="20002"/>
                    </a:ext>
                  </a:extLst>
                </a:gridCol>
              </a:tblGrid>
              <a:tr h="526838">
                <a:tc>
                  <a:txBody>
                    <a:bodyPr/>
                    <a:lstStyle/>
                    <a:p>
                      <a:pPr>
                        <a:buNone/>
                      </a:pPr>
                      <a:r>
                        <a:rPr lang="en-US">
                          <a:latin typeface="Lexend" panose="020B0604020202020204" charset="0"/>
                        </a:rPr>
                        <a:t>Công việc</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F4F1EA"/>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en-US" sz="1800" b="1" dirty="0">
                          <a:solidFill>
                            <a:srgbClr val="000000"/>
                          </a:solidFill>
                          <a:latin typeface="Lexend" pitchFamily="34" charset="0"/>
                          <a:ea typeface="Lexend" pitchFamily="34" charset="-122"/>
                          <a:cs typeface="Lexend" pitchFamily="34" charset="-120"/>
                        </a:rPr>
                        <a:t>Quyết định của nhóm</a:t>
                      </a:r>
                      <a:endParaRPr lang="en-US" sz="1800" b="1"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F4F1EA"/>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en-US" sz="1800" b="1" dirty="0">
                          <a:solidFill>
                            <a:srgbClr val="000000"/>
                          </a:solidFill>
                          <a:latin typeface="Lexend" pitchFamily="34" charset="0"/>
                          <a:ea typeface="Lexend" pitchFamily="34" charset="-122"/>
                          <a:cs typeface="Lexend" pitchFamily="34" charset="-120"/>
                        </a:rPr>
                        <a:t>Cách kiểm chứng</a:t>
                      </a:r>
                      <a:endParaRPr lang="en-US" sz="1800" b="1"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F4F1EA"/>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0"/>
                  </a:ext>
                </a:extLst>
              </a:tr>
              <a:tr h="526838">
                <a:tc>
                  <a:txBody>
                    <a:bodyPr/>
                    <a:lstStyle/>
                    <a:p>
                      <a:pPr>
                        <a:buNone/>
                      </a:pPr>
                      <a:r>
                        <a:rPr lang="en-US">
                          <a:latin typeface="Lexend" panose="020B0604020202020204" charset="0"/>
                        </a:rPr>
                        <a:t>Thiết kế giao diện</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Yêu cầu sửa những bố cục chưa phù hợp</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So sánh với thiết kế và kiểm tra trên máy tính, điện thoại</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1"/>
                  </a:ext>
                </a:extLst>
              </a:tr>
              <a:tr h="858221">
                <a:tc>
                  <a:txBody>
                    <a:bodyPr/>
                    <a:lstStyle/>
                    <a:p>
                      <a:pPr>
                        <a:buNone/>
                      </a:pPr>
                      <a:r>
                        <a:rPr lang="en-US">
                          <a:latin typeface="Lexend" panose="020B0604020202020204" charset="0"/>
                        </a:rPr>
                        <a:t>Tạo và cập nhật kế hoạch học</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Kiểm tra quy tắc trước khi chấp nhận</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Kiểm tra thứ tự nội dung, thời gian học và tiến độ đã hoàn thành</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2"/>
                  </a:ext>
                </a:extLst>
              </a:tr>
              <a:tr h="845521">
                <a:tc>
                  <a:txBody>
                    <a:bodyPr/>
                    <a:lstStyle/>
                    <a:p>
                      <a:pPr>
                        <a:buNone/>
                      </a:pPr>
                      <a:r>
                        <a:rPr lang="en-US">
                          <a:latin typeface="Lexend" panose="020B0604020202020204" charset="0"/>
                        </a:rPr>
                        <a:t>Lưu dữ liệu tài khoản</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F4F1EA"/>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Chỉ hiển thị “Đã lưu” khi lưu thành công</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F4F1EA"/>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Tải lại trang, kiểm tra dữ liệu và thử các trường hợp lỗi lưu</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F4F1EA"/>
                      </a:solidFill>
                      <a:prstDash val="solid"/>
                      <a:round/>
                      <a:headEnd type="none" w="med" len="med"/>
                      <a:tailEnd type="none" w="med" len="med"/>
                    </a:lnB>
                    <a:solidFill>
                      <a:srgbClr val="F4F1EA"/>
                    </a:solidFill>
                  </a:tcPr>
                </a:tc>
                <a:extLst>
                  <a:ext uri="{0D108BD9-81ED-4DB2-BD59-A6C34878D82A}">
                    <a16:rowId xmlns:a16="http://schemas.microsoft.com/office/drawing/2014/main" val="10003"/>
                  </a:ext>
                </a:extLst>
              </a:tr>
            </a:tbl>
          </a:graphicData>
        </a:graphic>
      </p:graphicFrame>
      <p:sp>
        <p:nvSpPr>
          <p:cNvPr id="5" name="Text 2">
            <a:extLst>
              <a:ext uri="{FF2B5EF4-FFF2-40B4-BE49-F238E27FC236}">
                <a16:creationId xmlns:a16="http://schemas.microsoft.com/office/drawing/2014/main" id="{5957D486-3C86-FCD5-D9C4-3AE7F1B8B251}"/>
              </a:ext>
            </a:extLst>
          </p:cNvPr>
          <p:cNvSpPr/>
          <p:nvPr/>
        </p:nvSpPr>
        <p:spPr>
          <a:xfrm>
            <a:off x="494875" y="5670160"/>
            <a:ext cx="10972526" cy="662781"/>
          </a:xfrm>
          <a:prstGeom prst="rect">
            <a:avLst/>
          </a:prstGeom>
          <a:noFill/>
          <a:ln/>
        </p:spPr>
        <p:txBody>
          <a:bodyPr wrap="square" lIns="0" tIns="0" rIns="0" bIns="0" rtlCol="0" anchor="t">
            <a:normAutofit/>
          </a:bodyPr>
          <a:lstStyle/>
          <a:p>
            <a:r>
              <a:rPr lang="en-US" b="1" dirty="0" err="1">
                <a:latin typeface="Lexend" panose="020B0604020202020204" charset="0"/>
              </a:rPr>
              <a:t>Bài</a:t>
            </a:r>
            <a:r>
              <a:rPr lang="en-US" b="1" dirty="0">
                <a:latin typeface="Lexend" panose="020B0604020202020204" charset="0"/>
              </a:rPr>
              <a:t> </a:t>
            </a:r>
            <a:r>
              <a:rPr lang="en-US" b="1" dirty="0" err="1">
                <a:latin typeface="Lexend" panose="020B0604020202020204" charset="0"/>
              </a:rPr>
              <a:t>học</a:t>
            </a:r>
            <a:r>
              <a:rPr lang="en-US" b="1" dirty="0">
                <a:latin typeface="Lexend" panose="020B0604020202020204" charset="0"/>
              </a:rPr>
              <a:t>:</a:t>
            </a:r>
            <a:r>
              <a:rPr lang="en-US" dirty="0">
                <a:latin typeface="Lexend" panose="020B0604020202020204" charset="0"/>
              </a:rPr>
              <a:t> </a:t>
            </a:r>
            <a:r>
              <a:rPr lang="en-US" dirty="0" err="1">
                <a:latin typeface="Lexend" panose="020B0604020202020204" charset="0"/>
              </a:rPr>
              <a:t>Yêu</a:t>
            </a:r>
            <a:r>
              <a:rPr lang="en-US" dirty="0">
                <a:latin typeface="Lexend" panose="020B0604020202020204" charset="0"/>
              </a:rPr>
              <a:t> </a:t>
            </a:r>
            <a:r>
              <a:rPr lang="en-US" dirty="0" err="1">
                <a:latin typeface="Lexend" panose="020B0604020202020204" charset="0"/>
              </a:rPr>
              <a:t>cầu</a:t>
            </a:r>
            <a:r>
              <a:rPr lang="en-US" dirty="0">
                <a:latin typeface="Lexend" panose="020B0604020202020204" charset="0"/>
              </a:rPr>
              <a:t> </a:t>
            </a:r>
            <a:r>
              <a:rPr lang="en-US" dirty="0" err="1">
                <a:latin typeface="Lexend" panose="020B0604020202020204" charset="0"/>
              </a:rPr>
              <a:t>rõ</a:t>
            </a:r>
            <a:r>
              <a:rPr lang="en-US" dirty="0">
                <a:latin typeface="Lexend" panose="020B0604020202020204" charset="0"/>
              </a:rPr>
              <a:t> </a:t>
            </a:r>
            <a:r>
              <a:rPr lang="en-US" dirty="0" err="1">
                <a:latin typeface="Lexend" panose="020B0604020202020204" charset="0"/>
              </a:rPr>
              <a:t>ràng</a:t>
            </a:r>
            <a:r>
              <a:rPr lang="en-US" dirty="0">
                <a:latin typeface="Lexend" panose="020B0604020202020204" charset="0"/>
              </a:rPr>
              <a:t> </a:t>
            </a:r>
            <a:r>
              <a:rPr lang="en-US" dirty="0" err="1">
                <a:latin typeface="Lexend" panose="020B0604020202020204" charset="0"/>
              </a:rPr>
              <a:t>giúp</a:t>
            </a:r>
            <a:r>
              <a:rPr lang="en-US" dirty="0">
                <a:latin typeface="Lexend" panose="020B0604020202020204" charset="0"/>
              </a:rPr>
              <a:t> AI </a:t>
            </a:r>
            <a:r>
              <a:rPr lang="en-US" dirty="0" err="1">
                <a:latin typeface="Lexend" panose="020B0604020202020204" charset="0"/>
              </a:rPr>
              <a:t>tạo</a:t>
            </a:r>
            <a:r>
              <a:rPr lang="en-US" dirty="0">
                <a:latin typeface="Lexend" panose="020B0604020202020204" charset="0"/>
              </a:rPr>
              <a:t> </a:t>
            </a:r>
            <a:r>
              <a:rPr lang="en-US" dirty="0" err="1">
                <a:latin typeface="Lexend" panose="020B0604020202020204" charset="0"/>
              </a:rPr>
              <a:t>kết</a:t>
            </a:r>
            <a:r>
              <a:rPr lang="en-US" dirty="0">
                <a:latin typeface="Lexend" panose="020B0604020202020204" charset="0"/>
              </a:rPr>
              <a:t> </a:t>
            </a:r>
            <a:r>
              <a:rPr lang="en-US" dirty="0" err="1">
                <a:latin typeface="Lexend" panose="020B0604020202020204" charset="0"/>
              </a:rPr>
              <a:t>quả</a:t>
            </a:r>
            <a:r>
              <a:rPr lang="en-US" dirty="0">
                <a:latin typeface="Lexend" panose="020B0604020202020204" charset="0"/>
              </a:rPr>
              <a:t> </a:t>
            </a:r>
            <a:r>
              <a:rPr lang="en-US" dirty="0" err="1">
                <a:latin typeface="Lexend" panose="020B0604020202020204" charset="0"/>
              </a:rPr>
              <a:t>sát</a:t>
            </a:r>
            <a:r>
              <a:rPr lang="en-US" dirty="0">
                <a:latin typeface="Lexend" panose="020B0604020202020204" charset="0"/>
              </a:rPr>
              <a:t> </a:t>
            </a:r>
            <a:r>
              <a:rPr lang="en-US" dirty="0" err="1">
                <a:latin typeface="Lexend" panose="020B0604020202020204" charset="0"/>
              </a:rPr>
              <a:t>hơn</a:t>
            </a:r>
            <a:r>
              <a:rPr lang="en-US" dirty="0">
                <a:latin typeface="Lexend" panose="020B0604020202020204" charset="0"/>
              </a:rPr>
              <a:t>. </a:t>
            </a:r>
            <a:r>
              <a:rPr lang="en-US" dirty="0" err="1">
                <a:latin typeface="Lexend" panose="020B0604020202020204" charset="0"/>
              </a:rPr>
              <a:t>Nhóm</a:t>
            </a:r>
            <a:r>
              <a:rPr lang="en-US" dirty="0">
                <a:latin typeface="Lexend" panose="020B0604020202020204" charset="0"/>
              </a:rPr>
              <a:t> </a:t>
            </a:r>
            <a:r>
              <a:rPr lang="en-US" dirty="0" err="1">
                <a:latin typeface="Lexend" panose="020B0604020202020204" charset="0"/>
              </a:rPr>
              <a:t>vẫn</a:t>
            </a:r>
            <a:r>
              <a:rPr lang="en-US" dirty="0">
                <a:latin typeface="Lexend" panose="020B0604020202020204" charset="0"/>
              </a:rPr>
              <a:t> </a:t>
            </a:r>
            <a:r>
              <a:rPr lang="en-US" dirty="0" err="1">
                <a:latin typeface="Lexend" panose="020B0604020202020204" charset="0"/>
              </a:rPr>
              <a:t>cần</a:t>
            </a:r>
            <a:r>
              <a:rPr lang="en-US" dirty="0">
                <a:latin typeface="Lexend" panose="020B0604020202020204" charset="0"/>
              </a:rPr>
              <a:t> </a:t>
            </a:r>
            <a:r>
              <a:rPr lang="en-US" dirty="0" err="1">
                <a:latin typeface="Lexend" panose="020B0604020202020204" charset="0"/>
              </a:rPr>
              <a:t>chạy</a:t>
            </a:r>
            <a:r>
              <a:rPr lang="en-US" dirty="0">
                <a:latin typeface="Lexend" panose="020B0604020202020204" charset="0"/>
              </a:rPr>
              <a:t> </a:t>
            </a:r>
            <a:r>
              <a:rPr lang="en-US" dirty="0" err="1">
                <a:latin typeface="Lexend" panose="020B0604020202020204" charset="0"/>
              </a:rPr>
              <a:t>thử</a:t>
            </a:r>
            <a:r>
              <a:rPr lang="en-US" dirty="0">
                <a:latin typeface="Lexend" panose="020B0604020202020204" charset="0"/>
              </a:rPr>
              <a:t>, </a:t>
            </a:r>
            <a:r>
              <a:rPr lang="en-US" dirty="0" err="1">
                <a:latin typeface="Lexend" panose="020B0604020202020204" charset="0"/>
              </a:rPr>
              <a:t>phát</a:t>
            </a:r>
            <a:r>
              <a:rPr lang="en-US" dirty="0">
                <a:latin typeface="Lexend" panose="020B0604020202020204" charset="0"/>
              </a:rPr>
              <a:t> </a:t>
            </a:r>
            <a:r>
              <a:rPr lang="en-US" dirty="0" err="1">
                <a:latin typeface="Lexend" panose="020B0604020202020204" charset="0"/>
              </a:rPr>
              <a:t>hiện</a:t>
            </a:r>
            <a:r>
              <a:rPr lang="en-US" dirty="0">
                <a:latin typeface="Lexend" panose="020B0604020202020204" charset="0"/>
              </a:rPr>
              <a:t> </a:t>
            </a:r>
            <a:r>
              <a:rPr lang="en-US" dirty="0" err="1">
                <a:latin typeface="Lexend" panose="020B0604020202020204" charset="0"/>
              </a:rPr>
              <a:t>lỗi</a:t>
            </a:r>
            <a:r>
              <a:rPr lang="en-US" dirty="0">
                <a:latin typeface="Lexend" panose="020B0604020202020204" charset="0"/>
              </a:rPr>
              <a:t> </a:t>
            </a:r>
            <a:r>
              <a:rPr lang="en-US" dirty="0" err="1">
                <a:latin typeface="Lexend" panose="020B0604020202020204" charset="0"/>
              </a:rPr>
              <a:t>và</a:t>
            </a:r>
            <a:r>
              <a:rPr lang="en-US" dirty="0">
                <a:latin typeface="Lexend" panose="020B0604020202020204" charset="0"/>
              </a:rPr>
              <a:t> </a:t>
            </a:r>
            <a:r>
              <a:rPr lang="en-US" dirty="0" err="1">
                <a:latin typeface="Lexend" panose="020B0604020202020204" charset="0"/>
              </a:rPr>
              <a:t>yêu</a:t>
            </a:r>
            <a:r>
              <a:rPr lang="en-US" dirty="0">
                <a:latin typeface="Lexend" panose="020B0604020202020204" charset="0"/>
              </a:rPr>
              <a:t> </a:t>
            </a:r>
            <a:r>
              <a:rPr lang="en-US" dirty="0" err="1">
                <a:latin typeface="Lexend" panose="020B0604020202020204" charset="0"/>
              </a:rPr>
              <a:t>cầu</a:t>
            </a:r>
            <a:r>
              <a:rPr lang="en-US" dirty="0">
                <a:latin typeface="Lexend" panose="020B0604020202020204" charset="0"/>
              </a:rPr>
              <a:t> </a:t>
            </a:r>
            <a:r>
              <a:rPr lang="en-US" dirty="0" err="1">
                <a:latin typeface="Lexend" panose="020B0604020202020204" charset="0"/>
              </a:rPr>
              <a:t>chỉnh</a:t>
            </a:r>
            <a:r>
              <a:rPr lang="en-US" dirty="0">
                <a:latin typeface="Lexend" panose="020B0604020202020204" charset="0"/>
              </a:rPr>
              <a:t> </a:t>
            </a:r>
            <a:r>
              <a:rPr lang="en-US" dirty="0" err="1">
                <a:latin typeface="Lexend" panose="020B0604020202020204" charset="0"/>
              </a:rPr>
              <a:t>sửa</a:t>
            </a:r>
            <a:r>
              <a:rPr lang="en-US" dirty="0">
                <a:latin typeface="Lexend" panose="020B0604020202020204" charset="0"/>
              </a:rPr>
              <a:t> </a:t>
            </a:r>
            <a:r>
              <a:rPr lang="en-US" dirty="0" err="1">
                <a:latin typeface="Lexend" panose="020B0604020202020204" charset="0"/>
              </a:rPr>
              <a:t>trước</a:t>
            </a:r>
            <a:r>
              <a:rPr lang="en-US" dirty="0">
                <a:latin typeface="Lexend" panose="020B0604020202020204" charset="0"/>
              </a:rPr>
              <a:t> </a:t>
            </a:r>
            <a:r>
              <a:rPr lang="en-US" dirty="0" err="1">
                <a:latin typeface="Lexend" panose="020B0604020202020204" charset="0"/>
              </a:rPr>
              <a:t>khi</a:t>
            </a:r>
            <a:r>
              <a:rPr lang="en-US" dirty="0">
                <a:latin typeface="Lexend" panose="020B0604020202020204" charset="0"/>
              </a:rPr>
              <a:t> </a:t>
            </a:r>
            <a:r>
              <a:rPr lang="en-US" dirty="0" err="1">
                <a:latin typeface="Lexend" panose="020B0604020202020204" charset="0"/>
              </a:rPr>
              <a:t>sử</a:t>
            </a:r>
            <a:r>
              <a:rPr lang="en-US" dirty="0">
                <a:latin typeface="Lexend" panose="020B0604020202020204" charset="0"/>
              </a:rPr>
              <a:t> </a:t>
            </a:r>
            <a:r>
              <a:rPr lang="en-US" dirty="0" err="1">
                <a:latin typeface="Lexend" panose="020B0604020202020204" charset="0"/>
              </a:rPr>
              <a:t>dụng</a:t>
            </a:r>
            <a:r>
              <a:rPr lang="en-US" dirty="0">
                <a:latin typeface="Lexend" panose="020B0604020202020204" charset="0"/>
              </a:rPr>
              <a:t>.</a:t>
            </a:r>
          </a:p>
        </p:txBody>
      </p:sp>
    </p:spTree>
    <p:extLst>
      <p:ext uri="{BB962C8B-B14F-4D97-AF65-F5344CB8AC3E}">
        <p14:creationId xmlns:p14="http://schemas.microsoft.com/office/powerpoint/2010/main" val="682552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516334"/>
            <a:ext cx="115821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12</a:t>
            </a:r>
            <a:endParaRPr lang="en-US" sz="1250" dirty="0"/>
          </a:p>
        </p:txBody>
      </p:sp>
      <p:sp>
        <p:nvSpPr>
          <p:cNvPr id="3" name="Text 1"/>
          <p:cNvSpPr/>
          <p:nvPr/>
        </p:nvSpPr>
        <p:spPr>
          <a:xfrm>
            <a:off x="608213" y="981154"/>
            <a:ext cx="10972526" cy="414437"/>
          </a:xfrm>
          <a:prstGeom prst="rect">
            <a:avLst/>
          </a:prstGeom>
          <a:noFill/>
          <a:ln/>
        </p:spPr>
        <p:txBody>
          <a:bodyPr wrap="none" lIns="0" tIns="0" rIns="0" bIns="0" rtlCol="0" anchor="t"/>
          <a:lstStyle/>
          <a:p>
            <a:pPr marL="0" indent="0" algn="l">
              <a:lnSpc>
                <a:spcPct val="85000"/>
              </a:lnSpc>
              <a:buNone/>
            </a:pPr>
            <a:r>
              <a:rPr lang="en-US" sz="3200" kern="100" spc="-48">
                <a:solidFill>
                  <a:srgbClr val="000000"/>
                </a:solidFill>
                <a:latin typeface="Lexend" pitchFamily="34" charset="0"/>
                <a:ea typeface="Lexend" pitchFamily="34" charset="-122"/>
                <a:cs typeface="Lexend" pitchFamily="34" charset="-120"/>
              </a:rPr>
              <a:t>So sánh hai công cụ AI</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2943060036"/>
              </p:ext>
            </p:extLst>
          </p:nvPr>
        </p:nvGraphicFramePr>
        <p:xfrm>
          <a:off x="609585" y="2561034"/>
          <a:ext cx="10972526" cy="2926076"/>
        </p:xfrm>
        <a:graphic>
          <a:graphicData uri="http://schemas.openxmlformats.org/drawingml/2006/table">
            <a:tbl>
              <a:tblPr/>
              <a:tblGrid>
                <a:gridCol w="4388931">
                  <a:extLst>
                    <a:ext uri="{9D8B030D-6E8A-4147-A177-3AD203B41FA5}">
                      <a16:colId xmlns:a16="http://schemas.microsoft.com/office/drawing/2014/main" val="20000"/>
                    </a:ext>
                  </a:extLst>
                </a:gridCol>
                <a:gridCol w="3291698">
                  <a:extLst>
                    <a:ext uri="{9D8B030D-6E8A-4147-A177-3AD203B41FA5}">
                      <a16:colId xmlns:a16="http://schemas.microsoft.com/office/drawing/2014/main" val="20001"/>
                    </a:ext>
                  </a:extLst>
                </a:gridCol>
                <a:gridCol w="3291897">
                  <a:extLst>
                    <a:ext uri="{9D8B030D-6E8A-4147-A177-3AD203B41FA5}">
                      <a16:colId xmlns:a16="http://schemas.microsoft.com/office/drawing/2014/main" val="20002"/>
                    </a:ext>
                  </a:extLst>
                </a:gridCol>
              </a:tblGrid>
              <a:tr h="526838">
                <a:tc>
                  <a:txBody>
                    <a:bodyPr/>
                    <a:lstStyle/>
                    <a:p>
                      <a:pPr marL="0" indent="0" algn="l">
                        <a:buNone/>
                      </a:pPr>
                      <a:r>
                        <a:rPr lang="en-US" sz="1800" b="1" dirty="0">
                          <a:solidFill>
                            <a:srgbClr val="000000"/>
                          </a:solidFill>
                          <a:latin typeface="Lexend" pitchFamily="34" charset="0"/>
                          <a:ea typeface="Lexend" pitchFamily="34" charset="-122"/>
                          <a:cs typeface="Lexend" pitchFamily="34" charset="-120"/>
                        </a:rPr>
                        <a:t>Tiêu chí đối chiếu</a:t>
                      </a:r>
                      <a:endParaRPr lang="en-US" sz="1800" b="1"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F4F1EA"/>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vi-VN" sz="1800" b="1" dirty="0">
                          <a:solidFill>
                            <a:srgbClr val="000000"/>
                          </a:solidFill>
                          <a:latin typeface="Lexend" pitchFamily="34" charset="0"/>
                          <a:ea typeface="Lexend" pitchFamily="34" charset="-122"/>
                          <a:cs typeface="Lexend" pitchFamily="34" charset="-120"/>
                        </a:rPr>
                        <a:t>“</a:t>
                      </a:r>
                      <a:r>
                        <a:rPr lang="en-US" sz="1800" b="1" dirty="0" err="1">
                          <a:solidFill>
                            <a:srgbClr val="000000"/>
                          </a:solidFill>
                          <a:latin typeface="Lexend" pitchFamily="34" charset="0"/>
                          <a:ea typeface="Lexend" pitchFamily="34" charset="-122"/>
                          <a:cs typeface="Lexend" pitchFamily="34" charset="-120"/>
                        </a:rPr>
                        <a:t>Công</a:t>
                      </a:r>
                      <a:r>
                        <a:rPr lang="en-US" sz="1800" b="1" dirty="0">
                          <a:solidFill>
                            <a:srgbClr val="000000"/>
                          </a:solidFill>
                          <a:latin typeface="Lexend" pitchFamily="34" charset="0"/>
                          <a:ea typeface="Lexend" pitchFamily="34" charset="-122"/>
                          <a:cs typeface="Lexend" pitchFamily="34" charset="-120"/>
                        </a:rPr>
                        <a:t> </a:t>
                      </a:r>
                      <a:r>
                        <a:rPr lang="en-US" sz="1800" b="1" dirty="0" err="1">
                          <a:solidFill>
                            <a:srgbClr val="000000"/>
                          </a:solidFill>
                          <a:latin typeface="Lexend" pitchFamily="34" charset="0"/>
                          <a:ea typeface="Lexend" pitchFamily="34" charset="-122"/>
                          <a:cs typeface="Lexend" pitchFamily="34" charset="-120"/>
                        </a:rPr>
                        <a:t>cụ</a:t>
                      </a:r>
                      <a:r>
                        <a:rPr lang="en-US" sz="1800" b="1" dirty="0">
                          <a:solidFill>
                            <a:srgbClr val="000000"/>
                          </a:solidFill>
                          <a:latin typeface="Lexend" pitchFamily="34" charset="0"/>
                          <a:ea typeface="Lexend" pitchFamily="34" charset="-122"/>
                          <a:cs typeface="Lexend" pitchFamily="34" charset="-120"/>
                        </a:rPr>
                        <a:t> </a:t>
                      </a:r>
                      <a:r>
                        <a:rPr lang="vi-VN" sz="1800" b="1" dirty="0">
                          <a:solidFill>
                            <a:srgbClr val="000000"/>
                          </a:solidFill>
                          <a:latin typeface="Lexend" pitchFamily="34" charset="0"/>
                          <a:ea typeface="Lexend" pitchFamily="34" charset="-122"/>
                          <a:cs typeface="Lexend" pitchFamily="34" charset="-120"/>
                        </a:rPr>
                        <a:t>A” – gemini 3.1 pro (Antigravity)</a:t>
                      </a:r>
                      <a:endParaRPr lang="en-US" sz="1800" b="1"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F4F1EA"/>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marL="0" indent="0" algn="l">
                        <a:buNone/>
                      </a:pPr>
                      <a:r>
                        <a:rPr lang="vi-VN" sz="1800" b="1" dirty="0">
                          <a:solidFill>
                            <a:srgbClr val="000000"/>
                          </a:solidFill>
                          <a:latin typeface="Lexend" pitchFamily="34" charset="0"/>
                          <a:ea typeface="Lexend" pitchFamily="34" charset="-122"/>
                          <a:cs typeface="Lexend" pitchFamily="34" charset="-120"/>
                        </a:rPr>
                        <a:t>“</a:t>
                      </a:r>
                      <a:r>
                        <a:rPr lang="en-US" sz="1800" b="1" dirty="0" err="1">
                          <a:solidFill>
                            <a:srgbClr val="000000"/>
                          </a:solidFill>
                          <a:latin typeface="Lexend" pitchFamily="34" charset="0"/>
                          <a:ea typeface="Lexend" pitchFamily="34" charset="-122"/>
                          <a:cs typeface="Lexend" pitchFamily="34" charset="-120"/>
                        </a:rPr>
                        <a:t>Công</a:t>
                      </a:r>
                      <a:r>
                        <a:rPr lang="en-US" sz="1800" b="1" dirty="0">
                          <a:solidFill>
                            <a:srgbClr val="000000"/>
                          </a:solidFill>
                          <a:latin typeface="Lexend" pitchFamily="34" charset="0"/>
                          <a:ea typeface="Lexend" pitchFamily="34" charset="-122"/>
                          <a:cs typeface="Lexend" pitchFamily="34" charset="-120"/>
                        </a:rPr>
                        <a:t> </a:t>
                      </a:r>
                      <a:r>
                        <a:rPr lang="en-US" sz="1800" b="1" dirty="0" err="1">
                          <a:solidFill>
                            <a:srgbClr val="000000"/>
                          </a:solidFill>
                          <a:latin typeface="Lexend" pitchFamily="34" charset="0"/>
                          <a:ea typeface="Lexend" pitchFamily="34" charset="-122"/>
                          <a:cs typeface="Lexend" pitchFamily="34" charset="-120"/>
                        </a:rPr>
                        <a:t>cụ</a:t>
                      </a:r>
                      <a:r>
                        <a:rPr lang="en-US" sz="1800" b="1" dirty="0">
                          <a:solidFill>
                            <a:srgbClr val="000000"/>
                          </a:solidFill>
                          <a:latin typeface="Lexend" pitchFamily="34" charset="0"/>
                          <a:ea typeface="Lexend" pitchFamily="34" charset="-122"/>
                          <a:cs typeface="Lexend" pitchFamily="34" charset="-120"/>
                        </a:rPr>
                        <a:t> </a:t>
                      </a:r>
                      <a:r>
                        <a:rPr lang="vi-VN" sz="1800" b="1" dirty="0">
                          <a:solidFill>
                            <a:srgbClr val="000000"/>
                          </a:solidFill>
                          <a:latin typeface="Lexend" pitchFamily="34" charset="0"/>
                          <a:ea typeface="Lexend" pitchFamily="34" charset="-122"/>
                          <a:cs typeface="Lexend" pitchFamily="34" charset="-120"/>
                        </a:rPr>
                        <a:t>B” – sonnet 5.5 (Claude)</a:t>
                      </a:r>
                      <a:endParaRPr lang="en-US" sz="1800" b="1" dirty="0">
                        <a:latin typeface="Lexend" charset="0"/>
                        <a:ea typeface="Lexend" charset="0"/>
                        <a:cs typeface="Lexend" charset="0"/>
                      </a:endParaRPr>
                    </a:p>
                  </a:txBody>
                  <a:tcPr marL="171446" marR="171446" marT="91438" marB="91438"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F4F1EA"/>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0"/>
                  </a:ext>
                </a:extLst>
              </a:tr>
              <a:tr h="526838">
                <a:tc>
                  <a:txBody>
                    <a:bodyPr/>
                    <a:lstStyle/>
                    <a:p>
                      <a:pPr>
                        <a:buNone/>
                      </a:pPr>
                      <a:r>
                        <a:rPr lang="en-US" dirty="0" err="1">
                          <a:latin typeface="Lexend" panose="020B0604020202020204" charset="0"/>
                        </a:rPr>
                        <a:t>Đúng</a:t>
                      </a:r>
                      <a:r>
                        <a:rPr lang="en-US" dirty="0">
                          <a:latin typeface="Lexend" panose="020B0604020202020204" charset="0"/>
                        </a:rPr>
                        <a:t> </a:t>
                      </a:r>
                      <a:r>
                        <a:rPr lang="en-US" dirty="0" err="1">
                          <a:latin typeface="Lexend" panose="020B0604020202020204" charset="0"/>
                        </a:rPr>
                        <a:t>yêu</a:t>
                      </a:r>
                      <a:r>
                        <a:rPr lang="en-US" dirty="0">
                          <a:latin typeface="Lexend" panose="020B0604020202020204" charset="0"/>
                        </a:rPr>
                        <a:t> </a:t>
                      </a:r>
                      <a:r>
                        <a:rPr lang="en-US" dirty="0" err="1">
                          <a:latin typeface="Lexend" panose="020B0604020202020204" charset="0"/>
                        </a:rPr>
                        <a:t>cầu</a:t>
                      </a:r>
                      <a:endParaRPr lang="en-US" dirty="0">
                        <a:latin typeface="Lexend" panose="020B0604020202020204" charset="0"/>
                      </a:endParaRP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Đủ tìm kiếm, lọc ngôn ngữ và nguồn miễn phí</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Đủ chức năng; cần bổ sung thông báo khi không có kết quả</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1"/>
                  </a:ext>
                </a:extLst>
              </a:tr>
              <a:tr h="526838">
                <a:tc>
                  <a:txBody>
                    <a:bodyPr/>
                    <a:lstStyle/>
                    <a:p>
                      <a:pPr>
                        <a:buNone/>
                      </a:pPr>
                      <a:r>
                        <a:rPr lang="en-US" dirty="0">
                          <a:latin typeface="Lexend" panose="020B0604020202020204" charset="0"/>
                        </a:rPr>
                        <a:t>Giao </a:t>
                      </a:r>
                      <a:r>
                        <a:rPr lang="en-US" dirty="0" err="1">
                          <a:latin typeface="Lexend" panose="020B0604020202020204" charset="0"/>
                        </a:rPr>
                        <a:t>diện</a:t>
                      </a:r>
                      <a:r>
                        <a:rPr lang="en-US" dirty="0">
                          <a:latin typeface="Lexend" panose="020B0604020202020204" charset="0"/>
                        </a:rPr>
                        <a:t> </a:t>
                      </a:r>
                      <a:r>
                        <a:rPr lang="en-US" dirty="0" err="1">
                          <a:latin typeface="Lexend" panose="020B0604020202020204" charset="0"/>
                        </a:rPr>
                        <a:t>thích</a:t>
                      </a:r>
                      <a:r>
                        <a:rPr lang="en-US" dirty="0">
                          <a:latin typeface="Lexend" panose="020B0604020202020204" charset="0"/>
                        </a:rPr>
                        <a:t> </a:t>
                      </a:r>
                      <a:r>
                        <a:rPr lang="en-US" dirty="0" err="1">
                          <a:latin typeface="Lexend" panose="020B0604020202020204" charset="0"/>
                        </a:rPr>
                        <a:t>ứng</a:t>
                      </a:r>
                      <a:endParaRPr lang="en-US" dirty="0">
                        <a:latin typeface="Lexend" panose="020B0604020202020204" charset="0"/>
                      </a:endParaRP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Cần chỉnh khoảng cách và bố cục trên điện thoại</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Bố cục gọn; cần chỉnh màu theo thiết kế uitplans</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E0C57E"/>
                      </a:solidFill>
                      <a:prstDash val="solid"/>
                      <a:round/>
                      <a:headEnd type="none" w="med" len="med"/>
                      <a:tailEnd type="none" w="med" len="med"/>
                    </a:lnB>
                    <a:solidFill>
                      <a:srgbClr val="F4F1EA"/>
                    </a:solidFill>
                  </a:tcPr>
                </a:tc>
                <a:extLst>
                  <a:ext uri="{0D108BD9-81ED-4DB2-BD59-A6C34878D82A}">
                    <a16:rowId xmlns:a16="http://schemas.microsoft.com/office/drawing/2014/main" val="10002"/>
                  </a:ext>
                </a:extLst>
              </a:tr>
              <a:tr h="514139">
                <a:tc>
                  <a:txBody>
                    <a:bodyPr/>
                    <a:lstStyle/>
                    <a:p>
                      <a:pPr>
                        <a:buNone/>
                      </a:pPr>
                      <a:r>
                        <a:rPr lang="en-US" dirty="0" err="1">
                          <a:latin typeface="Lexend" panose="020B0604020202020204" charset="0"/>
                        </a:rPr>
                        <a:t>Mã</a:t>
                      </a:r>
                      <a:r>
                        <a:rPr lang="en-US" dirty="0">
                          <a:latin typeface="Lexend" panose="020B0604020202020204" charset="0"/>
                        </a:rPr>
                        <a:t> </a:t>
                      </a:r>
                      <a:r>
                        <a:rPr lang="en-US" dirty="0" err="1">
                          <a:latin typeface="Lexend" panose="020B0604020202020204" charset="0"/>
                        </a:rPr>
                        <a:t>nguồn</a:t>
                      </a:r>
                      <a:endParaRPr lang="en-US" dirty="0">
                        <a:latin typeface="Lexend" panose="020B0604020202020204" charset="0"/>
                      </a:endParaRP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F4F1EA"/>
                      </a:solidFill>
                      <a:prstDash val="solid"/>
                      <a:round/>
                      <a:headEnd type="none" w="med" len="med"/>
                      <a:tailEnd type="none" w="med" len="med"/>
                    </a:lnB>
                    <a:solidFill>
                      <a:srgbClr val="F4F1EA"/>
                    </a:solidFill>
                  </a:tcPr>
                </a:tc>
                <a:tc>
                  <a:txBody>
                    <a:bodyPr/>
                    <a:lstStyle/>
                    <a:p>
                      <a:pPr>
                        <a:buNone/>
                      </a:pPr>
                      <a:r>
                        <a:rPr lang="en-US">
                          <a:latin typeface="Lexend" panose="020B0604020202020204" charset="0"/>
                        </a:rPr>
                        <a:t>Bám cấu trúc dự án, thuận tiện chỉnh sửa trực tiếp</a:t>
                      </a: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F4F1EA"/>
                      </a:solidFill>
                      <a:prstDash val="solid"/>
                      <a:round/>
                      <a:headEnd type="none" w="med" len="med"/>
                      <a:tailEnd type="none" w="med" len="med"/>
                    </a:lnB>
                    <a:solidFill>
                      <a:srgbClr val="F4F1EA"/>
                    </a:solidFill>
                  </a:tcPr>
                </a:tc>
                <a:tc>
                  <a:txBody>
                    <a:bodyPr/>
                    <a:lstStyle/>
                    <a:p>
                      <a:pPr>
                        <a:buNone/>
                      </a:pPr>
                      <a:r>
                        <a:rPr lang="en-US" dirty="0" err="1">
                          <a:latin typeface="Lexend" panose="020B0604020202020204" charset="0"/>
                        </a:rPr>
                        <a:t>Phân</a:t>
                      </a:r>
                      <a:r>
                        <a:rPr lang="en-US" dirty="0">
                          <a:latin typeface="Lexend" panose="020B0604020202020204" charset="0"/>
                        </a:rPr>
                        <a:t> chia </a:t>
                      </a:r>
                      <a:r>
                        <a:rPr lang="en-US" dirty="0" err="1">
                          <a:latin typeface="Lexend" panose="020B0604020202020204" charset="0"/>
                        </a:rPr>
                        <a:t>thành</a:t>
                      </a:r>
                      <a:r>
                        <a:rPr lang="en-US" dirty="0">
                          <a:latin typeface="Lexend" panose="020B0604020202020204" charset="0"/>
                        </a:rPr>
                        <a:t> </a:t>
                      </a:r>
                      <a:r>
                        <a:rPr lang="en-US" dirty="0" err="1">
                          <a:latin typeface="Lexend" panose="020B0604020202020204" charset="0"/>
                        </a:rPr>
                        <a:t>phần</a:t>
                      </a:r>
                      <a:r>
                        <a:rPr lang="en-US" dirty="0">
                          <a:latin typeface="Lexend" panose="020B0604020202020204" charset="0"/>
                        </a:rPr>
                        <a:t> </a:t>
                      </a:r>
                      <a:r>
                        <a:rPr lang="en-US" dirty="0" err="1">
                          <a:latin typeface="Lexend" panose="020B0604020202020204" charset="0"/>
                        </a:rPr>
                        <a:t>rõ</a:t>
                      </a:r>
                      <a:r>
                        <a:rPr lang="en-US" dirty="0">
                          <a:latin typeface="Lexend" panose="020B0604020202020204" charset="0"/>
                        </a:rPr>
                        <a:t>, </a:t>
                      </a:r>
                      <a:r>
                        <a:rPr lang="en-US" dirty="0" err="1">
                          <a:latin typeface="Lexend" panose="020B0604020202020204" charset="0"/>
                        </a:rPr>
                        <a:t>dễ</a:t>
                      </a:r>
                      <a:r>
                        <a:rPr lang="en-US" dirty="0">
                          <a:latin typeface="Lexend" panose="020B0604020202020204" charset="0"/>
                        </a:rPr>
                        <a:t> </a:t>
                      </a:r>
                      <a:r>
                        <a:rPr lang="en-US" dirty="0" err="1">
                          <a:latin typeface="Lexend" panose="020B0604020202020204" charset="0"/>
                        </a:rPr>
                        <a:t>đọc</a:t>
                      </a:r>
                      <a:endParaRPr lang="en-US" dirty="0">
                        <a:latin typeface="Lexend" panose="020B0604020202020204" charset="0"/>
                      </a:endParaRPr>
                    </a:p>
                  </a:txBody>
                  <a:tcPr anchor="ctr">
                    <a:lnL w="12700" cap="flat" cmpd="sng" algn="ctr">
                      <a:solidFill>
                        <a:srgbClr val="F4F1EA"/>
                      </a:solidFill>
                      <a:prstDash val="solid"/>
                      <a:round/>
                      <a:headEnd type="none" w="med" len="med"/>
                      <a:tailEnd type="none" w="med" len="med"/>
                    </a:lnL>
                    <a:lnR w="12700" cap="flat" cmpd="sng" algn="ctr">
                      <a:solidFill>
                        <a:srgbClr val="F4F1EA"/>
                      </a:solidFill>
                      <a:prstDash val="solid"/>
                      <a:round/>
                      <a:headEnd type="none" w="med" len="med"/>
                      <a:tailEnd type="none" w="med" len="med"/>
                    </a:lnR>
                    <a:lnT w="12700" cap="flat" cmpd="sng" algn="ctr">
                      <a:solidFill>
                        <a:srgbClr val="E0C57E"/>
                      </a:solidFill>
                      <a:prstDash val="solid"/>
                      <a:round/>
                      <a:headEnd type="none" w="med" len="med"/>
                      <a:tailEnd type="none" w="med" len="med"/>
                    </a:lnT>
                    <a:lnB w="12700" cap="flat" cmpd="sng" algn="ctr">
                      <a:solidFill>
                        <a:srgbClr val="F4F1EA"/>
                      </a:solidFill>
                      <a:prstDash val="solid"/>
                      <a:round/>
                      <a:headEnd type="none" w="med" len="med"/>
                      <a:tailEnd type="none" w="med" len="med"/>
                    </a:lnB>
                    <a:solidFill>
                      <a:srgbClr val="F4F1EA"/>
                    </a:solidFill>
                  </a:tcPr>
                </a:tc>
                <a:extLst>
                  <a:ext uri="{0D108BD9-81ED-4DB2-BD59-A6C34878D82A}">
                    <a16:rowId xmlns:a16="http://schemas.microsoft.com/office/drawing/2014/main" val="10003"/>
                  </a:ext>
                </a:extLst>
              </a:tr>
            </a:tbl>
          </a:graphicData>
        </a:graphic>
      </p:graphicFrame>
      <p:sp>
        <p:nvSpPr>
          <p:cNvPr id="6" name="Text 3"/>
          <p:cNvSpPr/>
          <p:nvPr/>
        </p:nvSpPr>
        <p:spPr>
          <a:xfrm>
            <a:off x="609585" y="5678885"/>
            <a:ext cx="10972526" cy="662781"/>
          </a:xfrm>
          <a:prstGeom prst="rect">
            <a:avLst/>
          </a:prstGeom>
          <a:noFill/>
          <a:ln/>
        </p:spPr>
        <p:txBody>
          <a:bodyPr wrap="square" lIns="0" tIns="0" rIns="0" bIns="0" rtlCol="0" anchor="t">
            <a:noAutofit/>
          </a:bodyPr>
          <a:lstStyle/>
          <a:p>
            <a:r>
              <a:rPr lang="en-US" sz="1600" b="1" dirty="0" err="1">
                <a:latin typeface="Lexend" panose="020B0604020202020204" charset="0"/>
              </a:rPr>
              <a:t>Nhận</a:t>
            </a:r>
            <a:r>
              <a:rPr lang="en-US" sz="1600" b="1" dirty="0">
                <a:latin typeface="Lexend" panose="020B0604020202020204" charset="0"/>
              </a:rPr>
              <a:t> </a:t>
            </a:r>
            <a:r>
              <a:rPr lang="en-US" sz="1600" b="1" dirty="0" err="1">
                <a:latin typeface="Lexend" panose="020B0604020202020204" charset="0"/>
              </a:rPr>
              <a:t>xét</a:t>
            </a:r>
            <a:r>
              <a:rPr lang="en-US" sz="1600" b="1" dirty="0">
                <a:latin typeface="Lexend" panose="020B0604020202020204" charset="0"/>
              </a:rPr>
              <a:t>:</a:t>
            </a:r>
            <a:r>
              <a:rPr lang="en-US" sz="1600" dirty="0">
                <a:latin typeface="Lexend" panose="020B0604020202020204" charset="0"/>
              </a:rPr>
              <a:t> Antigravity </a:t>
            </a:r>
            <a:r>
              <a:rPr lang="en-US" sz="1600" dirty="0" err="1">
                <a:latin typeface="Lexend" panose="020B0604020202020204" charset="0"/>
              </a:rPr>
              <a:t>thuận</a:t>
            </a:r>
            <a:r>
              <a:rPr lang="en-US" sz="1600" dirty="0">
                <a:latin typeface="Lexend" panose="020B0604020202020204" charset="0"/>
              </a:rPr>
              <a:t> </a:t>
            </a:r>
            <a:r>
              <a:rPr lang="en-US" sz="1600" dirty="0" err="1">
                <a:latin typeface="Lexend" panose="020B0604020202020204" charset="0"/>
              </a:rPr>
              <a:t>tiện</a:t>
            </a:r>
            <a:r>
              <a:rPr lang="en-US" sz="1600" dirty="0">
                <a:latin typeface="Lexend" panose="020B0604020202020204" charset="0"/>
              </a:rPr>
              <a:t> </a:t>
            </a:r>
            <a:r>
              <a:rPr lang="en-US" sz="1600" dirty="0" err="1">
                <a:latin typeface="Lexend" panose="020B0604020202020204" charset="0"/>
              </a:rPr>
              <a:t>cho</a:t>
            </a:r>
            <a:r>
              <a:rPr lang="en-US" sz="1600" dirty="0">
                <a:latin typeface="Lexend" panose="020B0604020202020204" charset="0"/>
              </a:rPr>
              <a:t> </a:t>
            </a:r>
            <a:r>
              <a:rPr lang="en-US" sz="1600" dirty="0" err="1">
                <a:latin typeface="Lexend" panose="020B0604020202020204" charset="0"/>
              </a:rPr>
              <a:t>việc</a:t>
            </a:r>
            <a:r>
              <a:rPr lang="en-US" sz="1600" dirty="0">
                <a:latin typeface="Lexend" panose="020B0604020202020204" charset="0"/>
              </a:rPr>
              <a:t> </a:t>
            </a:r>
            <a:r>
              <a:rPr lang="en-US" sz="1600" dirty="0" err="1">
                <a:latin typeface="Lexend" panose="020B0604020202020204" charset="0"/>
              </a:rPr>
              <a:t>chỉnh</a:t>
            </a:r>
            <a:r>
              <a:rPr lang="en-US" sz="1600" dirty="0">
                <a:latin typeface="Lexend" panose="020B0604020202020204" charset="0"/>
              </a:rPr>
              <a:t> </a:t>
            </a:r>
            <a:r>
              <a:rPr lang="en-US" sz="1600" dirty="0" err="1">
                <a:latin typeface="Lexend" panose="020B0604020202020204" charset="0"/>
              </a:rPr>
              <a:t>sửa</a:t>
            </a:r>
            <a:r>
              <a:rPr lang="en-US" sz="1600" dirty="0">
                <a:latin typeface="Lexend" panose="020B0604020202020204" charset="0"/>
              </a:rPr>
              <a:t> </a:t>
            </a:r>
            <a:r>
              <a:rPr lang="en-US" sz="1600" dirty="0" err="1">
                <a:latin typeface="Lexend" panose="020B0604020202020204" charset="0"/>
              </a:rPr>
              <a:t>trực</a:t>
            </a:r>
            <a:r>
              <a:rPr lang="en-US" sz="1600" dirty="0">
                <a:latin typeface="Lexend" panose="020B0604020202020204" charset="0"/>
              </a:rPr>
              <a:t> </a:t>
            </a:r>
            <a:r>
              <a:rPr lang="en-US" sz="1600" dirty="0" err="1">
                <a:latin typeface="Lexend" panose="020B0604020202020204" charset="0"/>
              </a:rPr>
              <a:t>tiếp</a:t>
            </a:r>
            <a:r>
              <a:rPr lang="en-US" sz="1600" dirty="0">
                <a:latin typeface="Lexend" panose="020B0604020202020204" charset="0"/>
              </a:rPr>
              <a:t> </a:t>
            </a:r>
            <a:r>
              <a:rPr lang="en-US" sz="1600" dirty="0" err="1">
                <a:latin typeface="Lexend" panose="020B0604020202020204" charset="0"/>
              </a:rPr>
              <a:t>trong</a:t>
            </a:r>
            <a:r>
              <a:rPr lang="en-US" sz="1600" dirty="0">
                <a:latin typeface="Lexend" panose="020B0604020202020204" charset="0"/>
              </a:rPr>
              <a:t> </a:t>
            </a:r>
            <a:r>
              <a:rPr lang="en-US" sz="1600" dirty="0" err="1">
                <a:latin typeface="Lexend" panose="020B0604020202020204" charset="0"/>
              </a:rPr>
              <a:t>dự</a:t>
            </a:r>
            <a:r>
              <a:rPr lang="en-US" sz="1600" dirty="0">
                <a:latin typeface="Lexend" panose="020B0604020202020204" charset="0"/>
              </a:rPr>
              <a:t> </a:t>
            </a:r>
            <a:r>
              <a:rPr lang="en-US" sz="1600" dirty="0" err="1">
                <a:latin typeface="Lexend" panose="020B0604020202020204" charset="0"/>
              </a:rPr>
              <a:t>án</a:t>
            </a:r>
            <a:r>
              <a:rPr lang="en-US" sz="1600" dirty="0">
                <a:latin typeface="Lexend" panose="020B0604020202020204" charset="0"/>
              </a:rPr>
              <a:t>; Claude </a:t>
            </a:r>
            <a:r>
              <a:rPr lang="en-US" sz="1600" dirty="0" err="1">
                <a:latin typeface="Lexend" panose="020B0604020202020204" charset="0"/>
              </a:rPr>
              <a:t>cung</a:t>
            </a:r>
            <a:r>
              <a:rPr lang="en-US" sz="1600" dirty="0">
                <a:latin typeface="Lexend" panose="020B0604020202020204" charset="0"/>
              </a:rPr>
              <a:t> </a:t>
            </a:r>
            <a:r>
              <a:rPr lang="en-US" sz="1600" dirty="0" err="1">
                <a:latin typeface="Lexend" panose="020B0604020202020204" charset="0"/>
              </a:rPr>
              <a:t>cấp</a:t>
            </a:r>
            <a:r>
              <a:rPr lang="en-US" sz="1600" dirty="0">
                <a:latin typeface="Lexend" panose="020B0604020202020204" charset="0"/>
              </a:rPr>
              <a:t> </a:t>
            </a:r>
            <a:r>
              <a:rPr lang="en-US" sz="1600" dirty="0" err="1">
                <a:latin typeface="Lexend" panose="020B0604020202020204" charset="0"/>
              </a:rPr>
              <a:t>thêm</a:t>
            </a:r>
            <a:r>
              <a:rPr lang="en-US" sz="1600" dirty="0">
                <a:latin typeface="Lexend" panose="020B0604020202020204" charset="0"/>
              </a:rPr>
              <a:t> </a:t>
            </a:r>
            <a:r>
              <a:rPr lang="en-US" sz="1600" dirty="0" err="1">
                <a:latin typeface="Lexend" panose="020B0604020202020204" charset="0"/>
              </a:rPr>
              <a:t>một</a:t>
            </a:r>
            <a:r>
              <a:rPr lang="en-US" sz="1600" dirty="0">
                <a:latin typeface="Lexend" panose="020B0604020202020204" charset="0"/>
              </a:rPr>
              <a:t> </a:t>
            </a:r>
            <a:r>
              <a:rPr lang="en-US" sz="1600" dirty="0" err="1">
                <a:latin typeface="Lexend" panose="020B0604020202020204" charset="0"/>
              </a:rPr>
              <a:t>phương</a:t>
            </a:r>
            <a:r>
              <a:rPr lang="en-US" sz="1600" dirty="0">
                <a:latin typeface="Lexend" panose="020B0604020202020204" charset="0"/>
              </a:rPr>
              <a:t> </a:t>
            </a:r>
            <a:r>
              <a:rPr lang="en-US" sz="1600" dirty="0" err="1">
                <a:latin typeface="Lexend" panose="020B0604020202020204" charset="0"/>
              </a:rPr>
              <a:t>án</a:t>
            </a:r>
            <a:r>
              <a:rPr lang="en-US" sz="1600" dirty="0">
                <a:latin typeface="Lexend" panose="020B0604020202020204" charset="0"/>
              </a:rPr>
              <a:t> </a:t>
            </a:r>
            <a:r>
              <a:rPr lang="en-US" sz="1600" dirty="0" err="1">
                <a:latin typeface="Lexend" panose="020B0604020202020204" charset="0"/>
              </a:rPr>
              <a:t>để</a:t>
            </a:r>
            <a:r>
              <a:rPr lang="en-US" sz="1600" dirty="0">
                <a:latin typeface="Lexend" panose="020B0604020202020204" charset="0"/>
              </a:rPr>
              <a:t> </a:t>
            </a:r>
            <a:r>
              <a:rPr lang="en-US" sz="1600" dirty="0" err="1">
                <a:latin typeface="Lexend" panose="020B0604020202020204" charset="0"/>
              </a:rPr>
              <a:t>nhóm</a:t>
            </a:r>
            <a:r>
              <a:rPr lang="en-US" sz="1600" dirty="0">
                <a:latin typeface="Lexend" panose="020B0604020202020204" charset="0"/>
              </a:rPr>
              <a:t> </a:t>
            </a:r>
            <a:r>
              <a:rPr lang="en-US" sz="1600" dirty="0" err="1">
                <a:latin typeface="Lexend" panose="020B0604020202020204" charset="0"/>
              </a:rPr>
              <a:t>đối</a:t>
            </a:r>
            <a:r>
              <a:rPr lang="en-US" sz="1600" dirty="0">
                <a:latin typeface="Lexend" panose="020B0604020202020204" charset="0"/>
              </a:rPr>
              <a:t> </a:t>
            </a:r>
            <a:r>
              <a:rPr lang="en-US" sz="1600" dirty="0" err="1">
                <a:latin typeface="Lexend" panose="020B0604020202020204" charset="0"/>
              </a:rPr>
              <a:t>chiếu</a:t>
            </a:r>
            <a:r>
              <a:rPr lang="en-US" sz="1600" dirty="0">
                <a:latin typeface="Lexend" panose="020B0604020202020204" charset="0"/>
              </a:rPr>
              <a:t>. </a:t>
            </a:r>
            <a:r>
              <a:rPr lang="en-US" sz="1600" dirty="0" err="1">
                <a:latin typeface="Lexend" panose="020B0604020202020204" charset="0"/>
              </a:rPr>
              <a:t>Nhóm</a:t>
            </a:r>
            <a:r>
              <a:rPr lang="en-US" sz="1600" dirty="0">
                <a:latin typeface="Lexend" panose="020B0604020202020204" charset="0"/>
              </a:rPr>
              <a:t> </a:t>
            </a:r>
            <a:r>
              <a:rPr lang="en-US" sz="1600" dirty="0" err="1">
                <a:latin typeface="Lexend" panose="020B0604020202020204" charset="0"/>
              </a:rPr>
              <a:t>vẫn</a:t>
            </a:r>
            <a:r>
              <a:rPr lang="en-US" sz="1600" dirty="0">
                <a:latin typeface="Lexend" panose="020B0604020202020204" charset="0"/>
              </a:rPr>
              <a:t> </a:t>
            </a:r>
            <a:r>
              <a:rPr lang="en-US" sz="1600" dirty="0" err="1">
                <a:latin typeface="Lexend" panose="020B0604020202020204" charset="0"/>
              </a:rPr>
              <a:t>kiểm</a:t>
            </a:r>
            <a:r>
              <a:rPr lang="en-US" sz="1600" dirty="0">
                <a:latin typeface="Lexend" panose="020B0604020202020204" charset="0"/>
              </a:rPr>
              <a:t> </a:t>
            </a:r>
            <a:r>
              <a:rPr lang="en-US" sz="1600" dirty="0" err="1">
                <a:latin typeface="Lexend" panose="020B0604020202020204" charset="0"/>
              </a:rPr>
              <a:t>tra</a:t>
            </a:r>
            <a:r>
              <a:rPr lang="en-US" sz="1600" dirty="0">
                <a:latin typeface="Lexend" panose="020B0604020202020204" charset="0"/>
              </a:rPr>
              <a:t> </a:t>
            </a:r>
            <a:r>
              <a:rPr lang="en-US" sz="1600" dirty="0" err="1">
                <a:latin typeface="Lexend" panose="020B0604020202020204" charset="0"/>
              </a:rPr>
              <a:t>chức</a:t>
            </a:r>
            <a:r>
              <a:rPr lang="en-US" sz="1600" dirty="0">
                <a:latin typeface="Lexend" panose="020B0604020202020204" charset="0"/>
              </a:rPr>
              <a:t> </a:t>
            </a:r>
            <a:r>
              <a:rPr lang="en-US" sz="1600" dirty="0" err="1">
                <a:latin typeface="Lexend" panose="020B0604020202020204" charset="0"/>
              </a:rPr>
              <a:t>năng</a:t>
            </a:r>
            <a:r>
              <a:rPr lang="en-US" sz="1600" dirty="0">
                <a:latin typeface="Lexend" panose="020B0604020202020204" charset="0"/>
              </a:rPr>
              <a:t> </a:t>
            </a:r>
            <a:r>
              <a:rPr lang="en-US" sz="1600" dirty="0" err="1">
                <a:latin typeface="Lexend" panose="020B0604020202020204" charset="0"/>
              </a:rPr>
              <a:t>và</a:t>
            </a:r>
            <a:r>
              <a:rPr lang="en-US" sz="1600" dirty="0">
                <a:latin typeface="Lexend" panose="020B0604020202020204" charset="0"/>
              </a:rPr>
              <a:t> </a:t>
            </a:r>
            <a:r>
              <a:rPr lang="en-US" sz="1600" dirty="0" err="1">
                <a:latin typeface="Lexend" panose="020B0604020202020204" charset="0"/>
              </a:rPr>
              <a:t>giao</a:t>
            </a:r>
            <a:r>
              <a:rPr lang="en-US" sz="1600" dirty="0">
                <a:latin typeface="Lexend" panose="020B0604020202020204" charset="0"/>
              </a:rPr>
              <a:t> </a:t>
            </a:r>
            <a:r>
              <a:rPr lang="en-US" sz="1600" dirty="0" err="1">
                <a:latin typeface="Lexend" panose="020B0604020202020204" charset="0"/>
              </a:rPr>
              <a:t>diện</a:t>
            </a:r>
            <a:r>
              <a:rPr lang="en-US" sz="1600" dirty="0">
                <a:latin typeface="Lexend" panose="020B0604020202020204" charset="0"/>
              </a:rPr>
              <a:t> </a:t>
            </a:r>
            <a:r>
              <a:rPr lang="en-US" sz="1600" dirty="0" err="1">
                <a:latin typeface="Lexend" panose="020B0604020202020204" charset="0"/>
              </a:rPr>
              <a:t>trước</a:t>
            </a:r>
            <a:r>
              <a:rPr lang="en-US" sz="1600" dirty="0">
                <a:latin typeface="Lexend" panose="020B0604020202020204" charset="0"/>
              </a:rPr>
              <a:t> </a:t>
            </a:r>
            <a:r>
              <a:rPr lang="en-US" sz="1600" dirty="0" err="1">
                <a:latin typeface="Lexend" panose="020B0604020202020204" charset="0"/>
              </a:rPr>
              <a:t>khi</a:t>
            </a:r>
            <a:r>
              <a:rPr lang="en-US" sz="1600" dirty="0">
                <a:latin typeface="Lexend" panose="020B0604020202020204" charset="0"/>
              </a:rPr>
              <a:t> </a:t>
            </a:r>
            <a:r>
              <a:rPr lang="en-US" sz="1600" dirty="0" err="1">
                <a:latin typeface="Lexend" panose="020B0604020202020204" charset="0"/>
              </a:rPr>
              <a:t>sử</a:t>
            </a:r>
            <a:r>
              <a:rPr lang="en-US" sz="1600" dirty="0">
                <a:latin typeface="Lexend" panose="020B0604020202020204" charset="0"/>
              </a:rPr>
              <a:t> </a:t>
            </a:r>
            <a:r>
              <a:rPr lang="en-US" sz="1600" dirty="0" err="1">
                <a:latin typeface="Lexend" panose="020B0604020202020204" charset="0"/>
              </a:rPr>
              <a:t>dụng</a:t>
            </a:r>
            <a:r>
              <a:rPr lang="en-US" sz="1600" dirty="0">
                <a:latin typeface="Lexend" panose="020B0604020202020204" charset="0"/>
              </a:rPr>
              <a:t> </a:t>
            </a:r>
            <a:r>
              <a:rPr lang="en-US" sz="1600" dirty="0" err="1">
                <a:latin typeface="Lexend" panose="020B0604020202020204" charset="0"/>
              </a:rPr>
              <a:t>kết</a:t>
            </a:r>
            <a:r>
              <a:rPr lang="en-US" sz="1600" dirty="0">
                <a:latin typeface="Lexend" panose="020B0604020202020204" charset="0"/>
              </a:rPr>
              <a:t> </a:t>
            </a:r>
            <a:r>
              <a:rPr lang="en-US" sz="1600" dirty="0" err="1">
                <a:latin typeface="Lexend" panose="020B0604020202020204" charset="0"/>
              </a:rPr>
              <a:t>quả</a:t>
            </a:r>
            <a:r>
              <a:rPr lang="en-US" sz="1600" dirty="0">
                <a:latin typeface="Lexend" panose="020B0604020202020204" charset="0"/>
              </a:rPr>
              <a:t>.</a:t>
            </a:r>
          </a:p>
        </p:txBody>
      </p:sp>
      <p:sp>
        <p:nvSpPr>
          <p:cNvPr id="7" name="TextBox 6">
            <a:extLst>
              <a:ext uri="{FF2B5EF4-FFF2-40B4-BE49-F238E27FC236}">
                <a16:creationId xmlns:a16="http://schemas.microsoft.com/office/drawing/2014/main" id="{71C501C2-0B72-039C-A9CA-87D4741BF22C}"/>
              </a:ext>
            </a:extLst>
          </p:cNvPr>
          <p:cNvSpPr txBox="1"/>
          <p:nvPr/>
        </p:nvSpPr>
        <p:spPr>
          <a:xfrm>
            <a:off x="608213" y="1646098"/>
            <a:ext cx="6094476" cy="646331"/>
          </a:xfrm>
          <a:prstGeom prst="rect">
            <a:avLst/>
          </a:prstGeom>
          <a:noFill/>
        </p:spPr>
        <p:txBody>
          <a:bodyPr wrap="square">
            <a:spAutoFit/>
          </a:bodyPr>
          <a:lstStyle/>
          <a:p>
            <a:pPr>
              <a:buNone/>
            </a:pPr>
            <a:r>
              <a:rPr lang="en-US" b="1" dirty="0" err="1">
                <a:latin typeface="Lexend" panose="020B0604020202020204" charset="0"/>
              </a:rPr>
              <a:t>Nhiệm</a:t>
            </a:r>
            <a:r>
              <a:rPr lang="en-US" b="1" dirty="0">
                <a:latin typeface="Lexend" panose="020B0604020202020204" charset="0"/>
              </a:rPr>
              <a:t> </a:t>
            </a:r>
            <a:r>
              <a:rPr lang="en-US" b="1" dirty="0" err="1">
                <a:latin typeface="Lexend" panose="020B0604020202020204" charset="0"/>
              </a:rPr>
              <a:t>vụ</a:t>
            </a:r>
            <a:r>
              <a:rPr lang="en-US" b="1" dirty="0">
                <a:latin typeface="Lexend" panose="020B0604020202020204" charset="0"/>
              </a:rPr>
              <a:t> </a:t>
            </a:r>
            <a:r>
              <a:rPr lang="en-US" b="1" dirty="0" err="1">
                <a:latin typeface="Lexend" panose="020B0604020202020204" charset="0"/>
              </a:rPr>
              <a:t>chung</a:t>
            </a:r>
            <a:r>
              <a:rPr lang="en-US" b="1" dirty="0">
                <a:latin typeface="Lexend" panose="020B0604020202020204" charset="0"/>
              </a:rPr>
              <a:t>:</a:t>
            </a:r>
            <a:r>
              <a:rPr lang="en-US" dirty="0">
                <a:latin typeface="Lexend" panose="020B0604020202020204" charset="0"/>
              </a:rPr>
              <a:t> </a:t>
            </a:r>
            <a:r>
              <a:rPr lang="en-US" dirty="0" err="1">
                <a:latin typeface="Lexend" panose="020B0604020202020204" charset="0"/>
              </a:rPr>
              <a:t>xây</a:t>
            </a:r>
            <a:r>
              <a:rPr lang="en-US" dirty="0">
                <a:latin typeface="Lexend" panose="020B0604020202020204" charset="0"/>
              </a:rPr>
              <a:t> </a:t>
            </a:r>
            <a:r>
              <a:rPr lang="en-US" dirty="0" err="1">
                <a:latin typeface="Lexend" panose="020B0604020202020204" charset="0"/>
              </a:rPr>
              <a:t>dựng</a:t>
            </a:r>
            <a:r>
              <a:rPr lang="en-US" dirty="0">
                <a:latin typeface="Lexend" panose="020B0604020202020204" charset="0"/>
              </a:rPr>
              <a:t> </a:t>
            </a:r>
            <a:r>
              <a:rPr lang="en-US" dirty="0" err="1">
                <a:latin typeface="Lexend" panose="020B0604020202020204" charset="0"/>
              </a:rPr>
              <a:t>bộ</a:t>
            </a:r>
            <a:r>
              <a:rPr lang="en-US" dirty="0">
                <a:latin typeface="Lexend" panose="020B0604020202020204" charset="0"/>
              </a:rPr>
              <a:t> </a:t>
            </a:r>
            <a:r>
              <a:rPr lang="en-US" dirty="0" err="1">
                <a:latin typeface="Lexend" panose="020B0604020202020204" charset="0"/>
              </a:rPr>
              <a:t>lọc</a:t>
            </a:r>
            <a:r>
              <a:rPr lang="en-US" dirty="0">
                <a:latin typeface="Lexend" panose="020B0604020202020204" charset="0"/>
              </a:rPr>
              <a:t> </a:t>
            </a:r>
            <a:r>
              <a:rPr lang="en-US" dirty="0" err="1">
                <a:latin typeface="Lexend" panose="020B0604020202020204" charset="0"/>
              </a:rPr>
              <a:t>nguồn</a:t>
            </a:r>
            <a:r>
              <a:rPr lang="en-US" dirty="0">
                <a:latin typeface="Lexend" panose="020B0604020202020204" charset="0"/>
              </a:rPr>
              <a:t> </a:t>
            </a:r>
            <a:r>
              <a:rPr lang="en-US" dirty="0" err="1">
                <a:latin typeface="Lexend" panose="020B0604020202020204" charset="0"/>
              </a:rPr>
              <a:t>học</a:t>
            </a:r>
            <a:r>
              <a:rPr lang="en-US" dirty="0">
                <a:latin typeface="Lexend" panose="020B0604020202020204" charset="0"/>
              </a:rPr>
              <a:t> </a:t>
            </a:r>
            <a:r>
              <a:rPr lang="en-US" dirty="0" err="1">
                <a:latin typeface="Lexend" panose="020B0604020202020204" charset="0"/>
              </a:rPr>
              <a:t>bằng</a:t>
            </a:r>
            <a:r>
              <a:rPr lang="en-US" dirty="0">
                <a:latin typeface="Lexend" panose="020B0604020202020204" charset="0"/>
              </a:rPr>
              <a:t> React </a:t>
            </a:r>
            <a:r>
              <a:rPr lang="en-US" dirty="0" err="1">
                <a:latin typeface="Lexend" panose="020B0604020202020204" charset="0"/>
              </a:rPr>
              <a:t>và</a:t>
            </a:r>
            <a:r>
              <a:rPr lang="en-US" dirty="0">
                <a:latin typeface="Lexend" panose="020B0604020202020204" charset="0"/>
              </a:rPr>
              <a:t> TypeScript.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516334"/>
            <a:ext cx="11582110" cy="214313"/>
          </a:xfrm>
          <a:prstGeom prst="rect">
            <a:avLst/>
          </a:prstGeom>
          <a:noFill/>
          <a:ln/>
        </p:spPr>
        <p:txBody>
          <a:bodyPr wrap="none" lIns="0" tIns="0" rIns="0" bIns="0" rtlCol="0" anchor="t"/>
          <a:lstStyle/>
          <a:p>
            <a:pPr marL="0" indent="0" algn="l">
              <a:lnSpc>
                <a:spcPct val="112000"/>
              </a:lnSpc>
              <a:buNone/>
            </a:pPr>
            <a:r>
              <a:rPr lang="en-US" sz="1250" b="1" dirty="0">
                <a:solidFill>
                  <a:srgbClr val="000000"/>
                </a:solidFill>
                <a:latin typeface="Lexend Bold" pitchFamily="34" charset="0"/>
                <a:ea typeface="Lexend Bold" pitchFamily="34" charset="-122"/>
                <a:cs typeface="Lexend Bold" pitchFamily="34" charset="-120"/>
              </a:rPr>
              <a:t>uitplans</a:t>
            </a:r>
            <a:r>
              <a:rPr lang="en-US" sz="1250" b="1" dirty="0">
                <a:solidFill>
                  <a:srgbClr val="A74127"/>
                </a:solidFill>
                <a:latin typeface="Lexend Bold" pitchFamily="34" charset="0"/>
                <a:ea typeface="Lexend Bold" pitchFamily="34" charset="-122"/>
                <a:cs typeface="Lexend Bold" pitchFamily="34" charset="-120"/>
              </a:rPr>
              <a:t>.</a:t>
            </a:r>
            <a:r>
              <a:rPr lang="en-US" sz="1250" dirty="0">
                <a:solidFill>
                  <a:srgbClr val="000000"/>
                </a:solidFill>
                <a:latin typeface="Lexend" pitchFamily="34" charset="0"/>
                <a:ea typeface="Lexend" pitchFamily="34" charset="-122"/>
                <a:cs typeface="Lexend" pitchFamily="34" charset="-120"/>
              </a:rPr>
              <a:t> · </a:t>
            </a:r>
            <a:r>
              <a:rPr lang="vi-VN" sz="1250" dirty="0">
                <a:solidFill>
                  <a:srgbClr val="000000"/>
                </a:solidFill>
                <a:latin typeface="Lexend" pitchFamily="34" charset="0"/>
                <a:ea typeface="Lexend" pitchFamily="34" charset="-122"/>
                <a:cs typeface="Lexend" pitchFamily="34" charset="-120"/>
              </a:rPr>
              <a:t>13</a:t>
            </a:r>
            <a:endParaRPr lang="en-US" sz="1250" dirty="0"/>
          </a:p>
        </p:txBody>
      </p:sp>
      <p:sp>
        <p:nvSpPr>
          <p:cNvPr id="3" name="Text 1"/>
          <p:cNvSpPr/>
          <p:nvPr/>
        </p:nvSpPr>
        <p:spPr>
          <a:xfrm>
            <a:off x="609585" y="1248401"/>
            <a:ext cx="10972526" cy="440432"/>
          </a:xfrm>
          <a:prstGeom prst="rect">
            <a:avLst/>
          </a:prstGeom>
          <a:noFill/>
          <a:ln/>
        </p:spPr>
        <p:txBody>
          <a:bodyPr wrap="none" lIns="0" tIns="0" rIns="0" bIns="0" rtlCol="0" anchor="t"/>
          <a:lstStyle/>
          <a:p>
            <a:pPr marL="0" indent="0" algn="l">
              <a:lnSpc>
                <a:spcPct val="85000"/>
              </a:lnSpc>
              <a:buNone/>
            </a:pPr>
            <a:r>
              <a:rPr lang="en-US" sz="3400" kern="100" spc="-51" dirty="0" err="1">
                <a:solidFill>
                  <a:srgbClr val="000000"/>
                </a:solidFill>
                <a:latin typeface="Lexend" pitchFamily="34" charset="0"/>
                <a:ea typeface="Lexend" pitchFamily="34" charset="-122"/>
                <a:cs typeface="Lexend" pitchFamily="34" charset="-120"/>
              </a:rPr>
              <a:t>Kết</a:t>
            </a:r>
            <a:r>
              <a:rPr lang="vi-VN" sz="3400" kern="100" spc="-51" dirty="0">
                <a:solidFill>
                  <a:srgbClr val="000000"/>
                </a:solidFill>
                <a:latin typeface="Lexend" pitchFamily="34" charset="0"/>
                <a:ea typeface="Lexend" pitchFamily="34" charset="-122"/>
                <a:cs typeface="Lexend" pitchFamily="34" charset="-120"/>
              </a:rPr>
              <a:t> quả dự án</a:t>
            </a:r>
            <a:endParaRPr lang="en-US" sz="3400" dirty="0"/>
          </a:p>
        </p:txBody>
      </p:sp>
      <p:sp>
        <p:nvSpPr>
          <p:cNvPr id="4" name="Shape 2"/>
          <p:cNvSpPr/>
          <p:nvPr/>
        </p:nvSpPr>
        <p:spPr>
          <a:xfrm>
            <a:off x="609585" y="1927920"/>
            <a:ext cx="3454314" cy="3762970"/>
          </a:xfrm>
          <a:prstGeom prst="roundRect">
            <a:avLst>
              <a:gd name="adj" fmla="val 5956"/>
            </a:avLst>
          </a:prstGeom>
          <a:solidFill>
            <a:srgbClr val="FBFAF6"/>
          </a:solidFill>
          <a:ln/>
        </p:spPr>
        <p:txBody>
          <a:bodyPr/>
          <a:lstStyle/>
          <a:p>
            <a:endParaRPr lang="en-US"/>
          </a:p>
        </p:txBody>
      </p:sp>
      <p:sp>
        <p:nvSpPr>
          <p:cNvPr id="5" name="Text 3"/>
          <p:cNvSpPr/>
          <p:nvPr/>
        </p:nvSpPr>
        <p:spPr>
          <a:xfrm>
            <a:off x="838179" y="2170807"/>
            <a:ext cx="2997125" cy="285750"/>
          </a:xfrm>
          <a:prstGeom prst="rect">
            <a:avLst/>
          </a:prstGeom>
          <a:noFill/>
          <a:ln/>
        </p:spPr>
        <p:txBody>
          <a:bodyPr wrap="none" lIns="0" tIns="0" rIns="0" bIns="0" rtlCol="0" anchor="t"/>
          <a:lstStyle/>
          <a:p>
            <a:pPr marL="0" indent="0" algn="l">
              <a:lnSpc>
                <a:spcPct val="104000"/>
              </a:lnSpc>
              <a:buNone/>
            </a:pPr>
            <a:r>
              <a:rPr lang="en-US" sz="1800" dirty="0">
                <a:solidFill>
                  <a:srgbClr val="000000"/>
                </a:solidFill>
                <a:latin typeface="Lexend SemiBold" pitchFamily="34" charset="0"/>
                <a:ea typeface="Lexend SemiBold" pitchFamily="34" charset="-122"/>
                <a:cs typeface="Lexend SemiBold" pitchFamily="34" charset="-120"/>
              </a:rPr>
              <a:t>Kết quả</a:t>
            </a:r>
            <a:endParaRPr lang="en-US" sz="1800" dirty="0"/>
          </a:p>
        </p:txBody>
      </p:sp>
      <p:sp>
        <p:nvSpPr>
          <p:cNvPr id="6" name="Text 4"/>
          <p:cNvSpPr/>
          <p:nvPr/>
        </p:nvSpPr>
        <p:spPr>
          <a:xfrm>
            <a:off x="838179" y="2648327"/>
            <a:ext cx="2997125" cy="1325563"/>
          </a:xfrm>
          <a:prstGeom prst="rect">
            <a:avLst/>
          </a:prstGeom>
          <a:noFill/>
          <a:ln/>
        </p:spPr>
        <p:txBody>
          <a:bodyPr wrap="square" lIns="0" tIns="0" rIns="0" bIns="0" rtlCol="0" anchor="t">
            <a:normAutofit/>
          </a:bodyPr>
          <a:lstStyle/>
          <a:p>
            <a:pPr marL="0" indent="0" algn="l">
              <a:lnSpc>
                <a:spcPct val="121000"/>
              </a:lnSpc>
              <a:buNone/>
            </a:pPr>
            <a:r>
              <a:rPr lang="en-US" sz="1800" dirty="0">
                <a:solidFill>
                  <a:srgbClr val="000000"/>
                </a:solidFill>
                <a:latin typeface="Lexend" pitchFamily="34" charset="0"/>
                <a:ea typeface="Lexend" pitchFamily="34" charset="-122"/>
                <a:cs typeface="Lexend" pitchFamily="34" charset="-120"/>
              </a:rPr>
              <a:t>Luồng học đã chạy online. Guest dùng ngay; Google lưu workspace theo tài khoản.</a:t>
            </a:r>
            <a:endParaRPr lang="en-US" sz="1800" dirty="0"/>
          </a:p>
        </p:txBody>
      </p:sp>
      <p:sp>
        <p:nvSpPr>
          <p:cNvPr id="7" name="Shape 5"/>
          <p:cNvSpPr/>
          <p:nvPr/>
        </p:nvSpPr>
        <p:spPr>
          <a:xfrm>
            <a:off x="4368691" y="1927920"/>
            <a:ext cx="3454314" cy="3762970"/>
          </a:xfrm>
          <a:prstGeom prst="roundRect">
            <a:avLst>
              <a:gd name="adj" fmla="val 5956"/>
            </a:avLst>
          </a:prstGeom>
          <a:solidFill>
            <a:srgbClr val="FBFAF6"/>
          </a:solidFill>
          <a:ln/>
        </p:spPr>
        <p:txBody>
          <a:bodyPr/>
          <a:lstStyle/>
          <a:p>
            <a:endParaRPr lang="en-US"/>
          </a:p>
        </p:txBody>
      </p:sp>
      <p:sp>
        <p:nvSpPr>
          <p:cNvPr id="8" name="Text 6"/>
          <p:cNvSpPr/>
          <p:nvPr/>
        </p:nvSpPr>
        <p:spPr>
          <a:xfrm>
            <a:off x="4597285" y="2170807"/>
            <a:ext cx="2997125" cy="285750"/>
          </a:xfrm>
          <a:prstGeom prst="rect">
            <a:avLst/>
          </a:prstGeom>
          <a:noFill/>
          <a:ln/>
        </p:spPr>
        <p:txBody>
          <a:bodyPr wrap="none" lIns="0" tIns="0" rIns="0" bIns="0" rtlCol="0" anchor="t"/>
          <a:lstStyle/>
          <a:p>
            <a:pPr marL="0" indent="0" algn="l">
              <a:lnSpc>
                <a:spcPct val="104000"/>
              </a:lnSpc>
              <a:buNone/>
            </a:pPr>
            <a:r>
              <a:rPr lang="en-US" sz="1800" dirty="0">
                <a:solidFill>
                  <a:srgbClr val="000000"/>
                </a:solidFill>
                <a:latin typeface="Lexend SemiBold" pitchFamily="34" charset="0"/>
                <a:ea typeface="Lexend SemiBold" pitchFamily="34" charset="-122"/>
                <a:cs typeface="Lexend SemiBold" pitchFamily="34" charset="-120"/>
              </a:rPr>
              <a:t>Giới hạn</a:t>
            </a:r>
            <a:endParaRPr lang="en-US" sz="1800" dirty="0"/>
          </a:p>
        </p:txBody>
      </p:sp>
      <p:sp>
        <p:nvSpPr>
          <p:cNvPr id="9" name="Text 7"/>
          <p:cNvSpPr/>
          <p:nvPr/>
        </p:nvSpPr>
        <p:spPr>
          <a:xfrm>
            <a:off x="4597285" y="2648327"/>
            <a:ext cx="2997125" cy="1325563"/>
          </a:xfrm>
          <a:prstGeom prst="rect">
            <a:avLst/>
          </a:prstGeom>
          <a:noFill/>
          <a:ln/>
        </p:spPr>
        <p:txBody>
          <a:bodyPr wrap="square" lIns="0" tIns="0" rIns="0" bIns="0" rtlCol="0" anchor="t">
            <a:normAutofit/>
          </a:bodyPr>
          <a:lstStyle/>
          <a:p>
            <a:pPr marL="0" indent="0" algn="l">
              <a:lnSpc>
                <a:spcPct val="121000"/>
              </a:lnSpc>
              <a:buNone/>
            </a:pPr>
            <a:r>
              <a:rPr lang="en-US" sz="1800" dirty="0">
                <a:solidFill>
                  <a:srgbClr val="000000"/>
                </a:solidFill>
                <a:latin typeface="Lexend" pitchFamily="34" charset="0"/>
                <a:ea typeface="Lexend" pitchFamily="34" charset="-122"/>
                <a:cs typeface="Lexend" pitchFamily="34" charset="-120"/>
              </a:rPr>
              <a:t>Tiến độ do người dùng ghi nhận. Chưa có biên bản hai thiết bị vật lý; so sánh AI chưa chạy.</a:t>
            </a:r>
            <a:endParaRPr lang="en-US" sz="1800" dirty="0"/>
          </a:p>
        </p:txBody>
      </p:sp>
      <p:sp>
        <p:nvSpPr>
          <p:cNvPr id="10" name="Shape 8"/>
          <p:cNvSpPr/>
          <p:nvPr/>
        </p:nvSpPr>
        <p:spPr>
          <a:xfrm>
            <a:off x="8127797" y="1927920"/>
            <a:ext cx="3454314" cy="3762970"/>
          </a:xfrm>
          <a:prstGeom prst="roundRect">
            <a:avLst>
              <a:gd name="adj" fmla="val 5956"/>
            </a:avLst>
          </a:prstGeom>
          <a:solidFill>
            <a:srgbClr val="FBFAF6"/>
          </a:solidFill>
          <a:ln/>
        </p:spPr>
        <p:txBody>
          <a:bodyPr/>
          <a:lstStyle/>
          <a:p>
            <a:endParaRPr lang="en-US"/>
          </a:p>
        </p:txBody>
      </p:sp>
      <p:sp>
        <p:nvSpPr>
          <p:cNvPr id="11" name="Text 9"/>
          <p:cNvSpPr/>
          <p:nvPr/>
        </p:nvSpPr>
        <p:spPr>
          <a:xfrm>
            <a:off x="8356391" y="2170807"/>
            <a:ext cx="2997125" cy="285750"/>
          </a:xfrm>
          <a:prstGeom prst="rect">
            <a:avLst/>
          </a:prstGeom>
          <a:noFill/>
          <a:ln/>
        </p:spPr>
        <p:txBody>
          <a:bodyPr wrap="none" lIns="0" tIns="0" rIns="0" bIns="0" rtlCol="0" anchor="t"/>
          <a:lstStyle/>
          <a:p>
            <a:pPr marL="0" indent="0" algn="l">
              <a:lnSpc>
                <a:spcPct val="104000"/>
              </a:lnSpc>
              <a:buNone/>
            </a:pPr>
            <a:r>
              <a:rPr lang="en-US" sz="1800" dirty="0">
                <a:solidFill>
                  <a:srgbClr val="000000"/>
                </a:solidFill>
                <a:latin typeface="Lexend SemiBold" pitchFamily="34" charset="0"/>
                <a:ea typeface="Lexend SemiBold" pitchFamily="34" charset="-122"/>
                <a:cs typeface="Lexend SemiBold" pitchFamily="34" charset="-120"/>
              </a:rPr>
              <a:t>Bước tiếp theo</a:t>
            </a:r>
            <a:endParaRPr lang="en-US" sz="1800" dirty="0"/>
          </a:p>
        </p:txBody>
      </p:sp>
      <p:sp>
        <p:nvSpPr>
          <p:cNvPr id="12" name="Text 10"/>
          <p:cNvSpPr/>
          <p:nvPr/>
        </p:nvSpPr>
        <p:spPr>
          <a:xfrm>
            <a:off x="8356391" y="2648327"/>
            <a:ext cx="2997125" cy="994172"/>
          </a:xfrm>
          <a:prstGeom prst="rect">
            <a:avLst/>
          </a:prstGeom>
          <a:noFill/>
          <a:ln/>
        </p:spPr>
        <p:txBody>
          <a:bodyPr wrap="square" lIns="0" tIns="0" rIns="0" bIns="0" rtlCol="0" anchor="t">
            <a:normAutofit/>
          </a:bodyPr>
          <a:lstStyle/>
          <a:p>
            <a:pPr marL="0" indent="0" algn="l">
              <a:lnSpc>
                <a:spcPct val="121000"/>
              </a:lnSpc>
              <a:buNone/>
            </a:pPr>
            <a:r>
              <a:rPr lang="en-US" sz="1800" dirty="0">
                <a:solidFill>
                  <a:srgbClr val="000000"/>
                </a:solidFill>
                <a:latin typeface="Lexend" pitchFamily="34" charset="0"/>
                <a:ea typeface="Lexend" pitchFamily="34" charset="-122"/>
                <a:cs typeface="Lexend" pitchFamily="34" charset="-120"/>
              </a:rPr>
              <a:t>Thử trên hai thiết bị thật, hoàn tất so sánh AI, xử lý xung đột có chủ đích.</a:t>
            </a:r>
            <a:endParaRPr lang="en-US" sz="1800" dirty="0"/>
          </a:p>
        </p:txBody>
      </p:sp>
      <p:sp>
        <p:nvSpPr>
          <p:cNvPr id="13" name="Text 11"/>
          <p:cNvSpPr/>
          <p:nvPr/>
        </p:nvSpPr>
        <p:spPr>
          <a:xfrm>
            <a:off x="609585" y="5948382"/>
            <a:ext cx="11582110" cy="405110"/>
          </a:xfrm>
          <a:prstGeom prst="rect">
            <a:avLst/>
          </a:prstGeom>
          <a:noFill/>
          <a:ln/>
        </p:spPr>
        <p:txBody>
          <a:bodyPr wrap="none" lIns="0" tIns="0" rIns="0" bIns="0" rtlCol="0" anchor="t"/>
          <a:lstStyle/>
          <a:p>
            <a:pPr marL="0" indent="0" algn="l">
              <a:lnSpc>
                <a:spcPct val="121000"/>
              </a:lnSpc>
              <a:buNone/>
            </a:pPr>
            <a:r>
              <a:rPr lang="vi-VN" sz="2200" dirty="0">
                <a:solidFill>
                  <a:srgbClr val="000000"/>
                </a:solidFill>
                <a:latin typeface="Lexend" pitchFamily="34" charset="0"/>
                <a:ea typeface="Lexend" pitchFamily="34" charset="-122"/>
                <a:cs typeface="Lexend" pitchFamily="34" charset="-120"/>
              </a:rPr>
              <a:t>URL của web</a:t>
            </a:r>
            <a:r>
              <a:rPr lang="en-US" sz="2200" dirty="0">
                <a:solidFill>
                  <a:srgbClr val="000000"/>
                </a:solidFill>
                <a:latin typeface="Lexend" pitchFamily="34" charset="0"/>
                <a:ea typeface="Lexend" pitchFamily="34" charset="-122"/>
                <a:cs typeface="Lexend" pitchFamily="34" charset="-120"/>
              </a:rPr>
              <a:t>: </a:t>
            </a:r>
            <a:r>
              <a:rPr lang="en-US" sz="2200" b="1" u="sng" dirty="0">
                <a:solidFill>
                  <a:srgbClr val="C7361B"/>
                </a:solidFill>
                <a:latin typeface="Lexend Bold" pitchFamily="34" charset="0"/>
                <a:ea typeface="Lexend Bold" pitchFamily="34" charset="-122"/>
                <a:cs typeface="Lexend Bold" pitchFamily="34" charset="-120"/>
                <a:hlinkClick r:id="rId3">
                  <a:extLst>
                    <a:ext uri="{A12FA001-AC4F-418D-AE19-62706E023703}">
                      <ahyp:hlinkClr xmlns:ahyp="http://schemas.microsoft.com/office/drawing/2018/hyperlinkcolor" val="tx"/>
                    </a:ext>
                  </a:extLst>
                </a:hlinkClick>
              </a:rPr>
              <a:t>https://uitplans.netlify.app/</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title">
            <a:extLst>
              <a:ext uri="{FF2B5EF4-FFF2-40B4-BE49-F238E27FC236}">
                <a16:creationId xmlns:a16="http://schemas.microsoft.com/office/drawing/2014/main" id="{B46E464F-565F-45D6-8D1F-EE4D1025AB92}"/>
              </a:ext>
            </a:extLst>
          </p:cNvPr>
          <p:cNvSpPr>
            <a:spLocks noGrp="1"/>
          </p:cNvSpPr>
          <p:nvPr/>
        </p:nvSpPr>
        <p:spPr>
          <a:xfrm>
            <a:off x="609600" y="457200"/>
            <a:ext cx="10972800" cy="1028700"/>
          </a:xfrm>
          <a:prstGeom prst="rect">
            <a:avLst/>
          </a:prstGeom>
          <a:noFill/>
          <a:ln w="0">
            <a:noFill/>
          </a:ln>
        </p:spPr>
        <p:txBody>
          <a:bodyPr wrap="square" lIns="0" tIns="0" rIns="0" bIns="0" anchor="t">
            <a:noAutofit/>
          </a:bodyPr>
          <a:lstStyle>
            <a:defPPr algn="l">
              <a:defRPr sz="3600" b="1">
                <a:solidFill>
                  <a:srgbClr val="1C1A17"/>
                </a:solidFill>
                <a:latin typeface="Arial"/>
                <a:ea typeface="Arial"/>
                <a:cs typeface="Arial"/>
              </a:defRPr>
            </a:defPPr>
          </a:lstStyle>
          <a:p>
            <a:pPr algn="l">
              <a:defRPr sz="3600" b="1">
                <a:solidFill>
                  <a:srgbClr val="1C1A17"/>
                </a:solidFill>
                <a:latin typeface="Arial"/>
                <a:ea typeface="Arial"/>
                <a:cs typeface="Arial"/>
              </a:defRPr>
            </a:pPr>
            <a:r>
              <a:rPr sz="3600" b="1" dirty="0" err="1">
                <a:solidFill>
                  <a:srgbClr val="1C1A17"/>
                </a:solidFill>
                <a:latin typeface="Arial"/>
                <a:ea typeface="Arial"/>
                <a:cs typeface="Arial"/>
              </a:rPr>
              <a:t>Phụ</a:t>
            </a:r>
            <a:r>
              <a:rPr sz="3600" b="1" dirty="0">
                <a:solidFill>
                  <a:srgbClr val="1C1A17"/>
                </a:solidFill>
                <a:latin typeface="Arial"/>
                <a:ea typeface="Arial"/>
                <a:cs typeface="Arial"/>
              </a:rPr>
              <a:t> </a:t>
            </a:r>
            <a:r>
              <a:rPr sz="3600" b="1" dirty="0" err="1">
                <a:solidFill>
                  <a:srgbClr val="1C1A17"/>
                </a:solidFill>
                <a:latin typeface="Arial"/>
                <a:ea typeface="Arial"/>
                <a:cs typeface="Arial"/>
              </a:rPr>
              <a:t>lục</a:t>
            </a:r>
            <a:r>
              <a:rPr sz="3600" b="1" dirty="0">
                <a:solidFill>
                  <a:srgbClr val="1C1A17"/>
                </a:solidFill>
                <a:latin typeface="Arial"/>
                <a:ea typeface="Arial"/>
                <a:cs typeface="Arial"/>
              </a:rPr>
              <a:t> A: </a:t>
            </a:r>
            <a:r>
              <a:rPr lang="vi-VN" sz="3600" b="1" dirty="0">
                <a:solidFill>
                  <a:srgbClr val="1C1A17"/>
                </a:solidFill>
                <a:latin typeface="Arial"/>
                <a:ea typeface="Arial"/>
                <a:cs typeface="Arial"/>
              </a:rPr>
              <a:t>Danh sách t</a:t>
            </a:r>
            <a:r>
              <a:rPr sz="3600" b="1" dirty="0" err="1">
                <a:solidFill>
                  <a:srgbClr val="1C1A17"/>
                </a:solidFill>
                <a:latin typeface="Arial"/>
                <a:ea typeface="Arial"/>
                <a:cs typeface="Arial"/>
              </a:rPr>
              <a:t>hành</a:t>
            </a:r>
            <a:r>
              <a:rPr sz="3600" b="1" dirty="0">
                <a:solidFill>
                  <a:srgbClr val="1C1A17"/>
                </a:solidFill>
                <a:latin typeface="Arial"/>
                <a:ea typeface="Arial"/>
                <a:cs typeface="Arial"/>
              </a:rPr>
              <a:t> </a:t>
            </a:r>
            <a:r>
              <a:rPr sz="3600" b="1" dirty="0" err="1">
                <a:solidFill>
                  <a:srgbClr val="1C1A17"/>
                </a:solidFill>
                <a:latin typeface="Arial"/>
                <a:ea typeface="Arial"/>
                <a:cs typeface="Arial"/>
              </a:rPr>
              <a:t>viên</a:t>
            </a:r>
            <a:r>
              <a:rPr sz="3600" b="1" dirty="0">
                <a:solidFill>
                  <a:srgbClr val="1C1A17"/>
                </a:solidFill>
                <a:latin typeface="Arial"/>
                <a:ea typeface="Arial"/>
                <a:cs typeface="Arial"/>
              </a:rPr>
              <a:t> </a:t>
            </a:r>
            <a:r>
              <a:rPr sz="3600" b="1" dirty="0" err="1">
                <a:solidFill>
                  <a:srgbClr val="1C1A17"/>
                </a:solidFill>
                <a:latin typeface="Arial"/>
                <a:ea typeface="Arial"/>
                <a:cs typeface="Arial"/>
              </a:rPr>
              <a:t>và</a:t>
            </a:r>
            <a:r>
              <a:rPr sz="3600" b="1" dirty="0">
                <a:solidFill>
                  <a:srgbClr val="1C1A17"/>
                </a:solidFill>
                <a:latin typeface="Arial"/>
                <a:ea typeface="Arial"/>
                <a:cs typeface="Arial"/>
              </a:rPr>
              <a:t> </a:t>
            </a:r>
            <a:r>
              <a:rPr sz="3600" b="1" dirty="0" err="1">
                <a:solidFill>
                  <a:srgbClr val="1C1A17"/>
                </a:solidFill>
                <a:latin typeface="Arial"/>
                <a:ea typeface="Arial"/>
                <a:cs typeface="Arial"/>
              </a:rPr>
              <a:t>đóng</a:t>
            </a:r>
            <a:r>
              <a:rPr sz="3600" b="1" dirty="0">
                <a:solidFill>
                  <a:srgbClr val="1C1A17"/>
                </a:solidFill>
                <a:latin typeface="Arial"/>
                <a:ea typeface="Arial"/>
                <a:cs typeface="Arial"/>
              </a:rPr>
              <a:t> </a:t>
            </a:r>
            <a:r>
              <a:rPr sz="3600" b="1" dirty="0" err="1">
                <a:solidFill>
                  <a:srgbClr val="1C1A17"/>
                </a:solidFill>
                <a:latin typeface="Arial"/>
                <a:ea typeface="Arial"/>
                <a:cs typeface="Arial"/>
              </a:rPr>
              <a:t>góp</a:t>
            </a:r>
            <a:endParaRPr sz="3600" b="1" dirty="0">
              <a:solidFill>
                <a:srgbClr val="1C1A17"/>
              </a:solidFill>
              <a:latin typeface="Arial"/>
              <a:ea typeface="Arial"/>
              <a:cs typeface="Arial"/>
            </a:endParaRPr>
          </a:p>
        </p:txBody>
      </p:sp>
      <p:graphicFrame>
        <p:nvGraphicFramePr>
          <p:cNvPr id="4" name="Table 3">
            <a:extLst>
              <a:ext uri="{FF2B5EF4-FFF2-40B4-BE49-F238E27FC236}">
                <a16:creationId xmlns:a16="http://schemas.microsoft.com/office/drawing/2014/main" id="{A7E703C0-DCBC-42FF-9653-DEF806B204D4}"/>
              </a:ext>
            </a:extLst>
          </p:cNvPr>
          <p:cNvGraphicFramePr/>
          <p:nvPr>
            <p:extLst>
              <p:ext uri="{D42A27DB-BD31-4B8C-83A1-F6EECF244321}">
                <p14:modId xmlns:p14="http://schemas.microsoft.com/office/powerpoint/2010/main" val="231001392"/>
              </p:ext>
            </p:extLst>
          </p:nvPr>
        </p:nvGraphicFramePr>
        <p:xfrm>
          <a:off x="609600" y="1638300"/>
          <a:ext cx="10972800" cy="4150722"/>
        </p:xfrm>
        <a:graphic>
          <a:graphicData uri="http://schemas.openxmlformats.org/drawingml/2006/table">
            <a:tbl>
              <a:tblPr/>
              <a:tblGrid>
                <a:gridCol w="2800350">
                  <a:extLst>
                    <a:ext uri="{9D8B030D-6E8A-4147-A177-3AD203B41FA5}">
                      <a16:colId xmlns:a16="http://schemas.microsoft.com/office/drawing/2014/main" val="20000"/>
                    </a:ext>
                  </a:extLst>
                </a:gridCol>
                <a:gridCol w="5010150">
                  <a:extLst>
                    <a:ext uri="{9D8B030D-6E8A-4147-A177-3AD203B41FA5}">
                      <a16:colId xmlns:a16="http://schemas.microsoft.com/office/drawing/2014/main" val="20001"/>
                    </a:ext>
                  </a:extLst>
                </a:gridCol>
                <a:gridCol w="1581150">
                  <a:extLst>
                    <a:ext uri="{9D8B030D-6E8A-4147-A177-3AD203B41FA5}">
                      <a16:colId xmlns:a16="http://schemas.microsoft.com/office/drawing/2014/main" val="20002"/>
                    </a:ext>
                  </a:extLst>
                </a:gridCol>
                <a:gridCol w="1581150">
                  <a:extLst>
                    <a:ext uri="{9D8B030D-6E8A-4147-A177-3AD203B41FA5}">
                      <a16:colId xmlns:a16="http://schemas.microsoft.com/office/drawing/2014/main" val="20003"/>
                    </a:ext>
                  </a:extLst>
                </a:gridCol>
              </a:tblGrid>
              <a:tr h="585107">
                <a:tc>
                  <a:txBody>
                    <a:bodyPr/>
                    <a:lstStyle/>
                    <a:p>
                      <a:r>
                        <a:rPr sz="1800" b="1" dirty="0" err="1">
                          <a:solidFill>
                            <a:srgbClr val="1C1A17"/>
                          </a:solidFill>
                          <a:latin typeface="Arial"/>
                          <a:ea typeface="Arial"/>
                          <a:cs typeface="Arial"/>
                        </a:rPr>
                        <a:t>Thành</a:t>
                      </a:r>
                      <a:r>
                        <a:rPr sz="1800" b="1" dirty="0">
                          <a:solidFill>
                            <a:srgbClr val="1C1A17"/>
                          </a:solidFill>
                          <a:latin typeface="Arial"/>
                          <a:ea typeface="Arial"/>
                          <a:cs typeface="Arial"/>
                        </a:rPr>
                        <a:t> </a:t>
                      </a:r>
                      <a:r>
                        <a:rPr sz="1800" b="1" dirty="0" err="1">
                          <a:solidFill>
                            <a:srgbClr val="1C1A17"/>
                          </a:solidFill>
                          <a:latin typeface="Arial"/>
                          <a:ea typeface="Arial"/>
                          <a:cs typeface="Arial"/>
                        </a:rPr>
                        <a:t>viên</a:t>
                      </a:r>
                      <a:endParaRPr sz="1800" b="1" dirty="0">
                        <a:solidFill>
                          <a:srgbClr val="1C1A17"/>
                        </a:solidFill>
                        <a:latin typeface="Arial"/>
                        <a:ea typeface="Arial"/>
                        <a:cs typeface="Arial"/>
                      </a:endParaRPr>
                    </a:p>
                  </a:txBody>
                  <a:tcPr>
                    <a:solidFill>
                      <a:srgbClr val="F0E1D7"/>
                    </a:solidFill>
                  </a:tcPr>
                </a:tc>
                <a:tc>
                  <a:txBody>
                    <a:bodyPr/>
                    <a:lstStyle/>
                    <a:p>
                      <a:r>
                        <a:rPr sz="1800" b="1">
                          <a:solidFill>
                            <a:srgbClr val="1C1A17"/>
                          </a:solidFill>
                          <a:latin typeface="Arial"/>
                          <a:ea typeface="Arial"/>
                          <a:cs typeface="Arial"/>
                        </a:rPr>
                        <a:t>Phần công việc</a:t>
                      </a:r>
                    </a:p>
                  </a:txBody>
                  <a:tcPr>
                    <a:solidFill>
                      <a:srgbClr val="F0E1D7"/>
                    </a:solidFill>
                  </a:tcPr>
                </a:tc>
                <a:tc>
                  <a:txBody>
                    <a:bodyPr/>
                    <a:lstStyle/>
                    <a:p>
                      <a:r>
                        <a:rPr sz="1800" b="1">
                          <a:solidFill>
                            <a:srgbClr val="1C1A17"/>
                          </a:solidFill>
                          <a:latin typeface="Arial"/>
                          <a:ea typeface="Arial"/>
                          <a:cs typeface="Arial"/>
                        </a:rPr>
                        <a:t>MSSV</a:t>
                      </a:r>
                    </a:p>
                  </a:txBody>
                  <a:tcPr>
                    <a:solidFill>
                      <a:srgbClr val="F0E1D7"/>
                    </a:solidFill>
                  </a:tcPr>
                </a:tc>
                <a:tc>
                  <a:txBody>
                    <a:bodyPr/>
                    <a:lstStyle/>
                    <a:p>
                      <a:r>
                        <a:rPr lang="vi-VN" sz="1800" b="1" dirty="0">
                          <a:solidFill>
                            <a:srgbClr val="1C1A17"/>
                          </a:solidFill>
                          <a:latin typeface="Arial"/>
                          <a:ea typeface="Arial"/>
                          <a:cs typeface="Arial"/>
                        </a:rPr>
                        <a:t>“Nỗ lực”</a:t>
                      </a:r>
                      <a:endParaRPr sz="1800" b="1" dirty="0">
                        <a:solidFill>
                          <a:srgbClr val="1C1A17"/>
                        </a:solidFill>
                        <a:latin typeface="Arial"/>
                        <a:ea typeface="Arial"/>
                        <a:cs typeface="Arial"/>
                      </a:endParaRPr>
                    </a:p>
                  </a:txBody>
                  <a:tcPr>
                    <a:solidFill>
                      <a:srgbClr val="F0E1D7"/>
                    </a:solidFill>
                  </a:tcPr>
                </a:tc>
                <a:extLst>
                  <a:ext uri="{0D108BD9-81ED-4DB2-BD59-A6C34878D82A}">
                    <a16:rowId xmlns:a16="http://schemas.microsoft.com/office/drawing/2014/main" val="10000"/>
                  </a:ext>
                </a:extLst>
              </a:tr>
              <a:tr h="614061">
                <a:tc>
                  <a:txBody>
                    <a:bodyPr/>
                    <a:lstStyle/>
                    <a:p>
                      <a:r>
                        <a:rPr sz="1800" b="0" dirty="0" err="1">
                          <a:solidFill>
                            <a:srgbClr val="1C1A17"/>
                          </a:solidFill>
                          <a:latin typeface="Arial"/>
                          <a:ea typeface="Arial"/>
                          <a:cs typeface="Arial"/>
                        </a:rPr>
                        <a:t>Phạm</a:t>
                      </a:r>
                      <a:r>
                        <a:rPr sz="1800" b="0" dirty="0">
                          <a:solidFill>
                            <a:srgbClr val="1C1A17"/>
                          </a:solidFill>
                          <a:latin typeface="Arial"/>
                          <a:ea typeface="Arial"/>
                          <a:cs typeface="Arial"/>
                        </a:rPr>
                        <a:t> </a:t>
                      </a:r>
                      <a:r>
                        <a:rPr sz="1800" b="0" dirty="0" err="1">
                          <a:solidFill>
                            <a:srgbClr val="1C1A17"/>
                          </a:solidFill>
                          <a:latin typeface="Arial"/>
                          <a:ea typeface="Arial"/>
                          <a:cs typeface="Arial"/>
                        </a:rPr>
                        <a:t>Tuấn</a:t>
                      </a:r>
                      <a:r>
                        <a:rPr sz="1800" b="0" dirty="0">
                          <a:solidFill>
                            <a:srgbClr val="1C1A17"/>
                          </a:solidFill>
                          <a:latin typeface="Arial"/>
                          <a:ea typeface="Arial"/>
                          <a:cs typeface="Arial"/>
                        </a:rPr>
                        <a:t> </a:t>
                      </a:r>
                      <a:r>
                        <a:rPr sz="1800" b="0" dirty="0" err="1">
                          <a:solidFill>
                            <a:srgbClr val="1C1A17"/>
                          </a:solidFill>
                          <a:latin typeface="Arial"/>
                          <a:ea typeface="Arial"/>
                          <a:cs typeface="Arial"/>
                        </a:rPr>
                        <a:t>Hải</a:t>
                      </a:r>
                      <a:endParaRPr sz="1800" b="0" dirty="0">
                        <a:solidFill>
                          <a:srgbClr val="1C1A17"/>
                        </a:solidFill>
                        <a:latin typeface="Arial"/>
                        <a:ea typeface="Arial"/>
                        <a:cs typeface="Arial"/>
                      </a:endParaRPr>
                    </a:p>
                  </a:txBody>
                  <a:tcPr anchor="ctr">
                    <a:solidFill>
                      <a:srgbClr val="FBFAF6"/>
                    </a:solidFill>
                  </a:tcPr>
                </a:tc>
                <a:tc>
                  <a:txBody>
                    <a:bodyPr/>
                    <a:lstStyle/>
                    <a:p>
                      <a:r>
                        <a:rPr sz="1800" b="0" dirty="0" err="1">
                          <a:solidFill>
                            <a:srgbClr val="1C1A17"/>
                          </a:solidFill>
                          <a:latin typeface="Arial"/>
                          <a:ea typeface="Arial"/>
                          <a:cs typeface="Arial"/>
                        </a:rPr>
                        <a:t>Kiến</a:t>
                      </a:r>
                      <a:r>
                        <a:rPr sz="1800" b="0" dirty="0">
                          <a:solidFill>
                            <a:srgbClr val="1C1A17"/>
                          </a:solidFill>
                          <a:latin typeface="Arial"/>
                          <a:ea typeface="Arial"/>
                          <a:cs typeface="Arial"/>
                        </a:rPr>
                        <a:t> </a:t>
                      </a:r>
                      <a:r>
                        <a:rPr sz="1800" b="0" dirty="0" err="1">
                          <a:solidFill>
                            <a:srgbClr val="1C1A17"/>
                          </a:solidFill>
                          <a:latin typeface="Arial"/>
                          <a:ea typeface="Arial"/>
                          <a:cs typeface="Arial"/>
                        </a:rPr>
                        <a:t>trúc</a:t>
                      </a:r>
                      <a:r>
                        <a:rPr sz="1800" b="0" dirty="0">
                          <a:solidFill>
                            <a:srgbClr val="1C1A17"/>
                          </a:solidFill>
                          <a:latin typeface="Arial"/>
                          <a:ea typeface="Arial"/>
                          <a:cs typeface="Arial"/>
                        </a:rPr>
                        <a:t>, UI, </a:t>
                      </a:r>
                      <a:r>
                        <a:rPr sz="1800" b="0" dirty="0" err="1">
                          <a:solidFill>
                            <a:srgbClr val="1C1A17"/>
                          </a:solidFill>
                          <a:latin typeface="Arial"/>
                          <a:ea typeface="Arial"/>
                          <a:cs typeface="Arial"/>
                        </a:rPr>
                        <a:t>tích</a:t>
                      </a:r>
                      <a:r>
                        <a:rPr sz="1800" b="0" dirty="0">
                          <a:solidFill>
                            <a:srgbClr val="1C1A17"/>
                          </a:solidFill>
                          <a:latin typeface="Arial"/>
                          <a:ea typeface="Arial"/>
                          <a:cs typeface="Arial"/>
                        </a:rPr>
                        <a:t> </a:t>
                      </a:r>
                      <a:r>
                        <a:rPr sz="1800" b="0" dirty="0" err="1">
                          <a:solidFill>
                            <a:srgbClr val="1C1A17"/>
                          </a:solidFill>
                          <a:latin typeface="Arial"/>
                          <a:ea typeface="Arial"/>
                          <a:cs typeface="Arial"/>
                        </a:rPr>
                        <a:t>hợp</a:t>
                      </a:r>
                      <a:r>
                        <a:rPr sz="1800" b="0" dirty="0">
                          <a:solidFill>
                            <a:srgbClr val="1C1A17"/>
                          </a:solidFill>
                          <a:latin typeface="Arial"/>
                          <a:ea typeface="Arial"/>
                          <a:cs typeface="Arial"/>
                        </a:rPr>
                        <a:t>, Google/cloud, </a:t>
                      </a:r>
                      <a:r>
                        <a:rPr sz="1800" b="0" err="1">
                          <a:solidFill>
                            <a:srgbClr val="1C1A17"/>
                          </a:solidFill>
                          <a:latin typeface="Arial"/>
                          <a:ea typeface="Arial"/>
                          <a:cs typeface="Arial"/>
                        </a:rPr>
                        <a:t>triển</a:t>
                      </a:r>
                      <a:r>
                        <a:rPr sz="1800" b="0">
                          <a:solidFill>
                            <a:srgbClr val="1C1A17"/>
                          </a:solidFill>
                          <a:latin typeface="Arial"/>
                          <a:ea typeface="Arial"/>
                          <a:cs typeface="Arial"/>
                        </a:rPr>
                        <a:t> khai</a:t>
                      </a:r>
                      <a:r>
                        <a:rPr lang="en-US" sz="1800" b="0">
                          <a:solidFill>
                            <a:srgbClr val="1C1A17"/>
                          </a:solidFill>
                          <a:latin typeface="Arial"/>
                          <a:ea typeface="Arial"/>
                          <a:cs typeface="Arial"/>
                        </a:rPr>
                        <a:t>, kiểm thử</a:t>
                      </a:r>
                      <a:endParaRPr sz="1800" b="0" dirty="0">
                        <a:solidFill>
                          <a:srgbClr val="1C1A17"/>
                        </a:solidFill>
                        <a:latin typeface="Arial"/>
                        <a:ea typeface="Arial"/>
                        <a:cs typeface="Arial"/>
                      </a:endParaRPr>
                    </a:p>
                  </a:txBody>
                  <a:tcPr anchor="ctr">
                    <a:solidFill>
                      <a:srgbClr val="FBFAF6"/>
                    </a:solidFill>
                  </a:tcPr>
                </a:tc>
                <a:tc>
                  <a:txBody>
                    <a:bodyPr/>
                    <a:lstStyle/>
                    <a:p>
                      <a:pPr fontAlgn="ctr">
                        <a:lnSpc>
                          <a:spcPct val="100000"/>
                        </a:lnSpc>
                      </a:pPr>
                      <a:r>
                        <a:rPr lang="vi-VN" sz="2000" dirty="0">
                          <a:solidFill>
                            <a:srgbClr val="000000"/>
                          </a:solidFill>
                          <a:latin typeface="Lexend" panose="020B0604020202020204" charset="0"/>
                        </a:rPr>
                        <a:t>24520442</a:t>
                      </a:r>
                      <a:endParaRPr sz="2000" b="0" dirty="0">
                        <a:solidFill>
                          <a:srgbClr val="1C1A17"/>
                        </a:solidFill>
                        <a:latin typeface="Lexend" panose="020B0604020202020204" charset="0"/>
                        <a:ea typeface="Arial"/>
                        <a:cs typeface="Arial"/>
                      </a:endParaRPr>
                    </a:p>
                  </a:txBody>
                  <a:tcPr anchor="ctr">
                    <a:solidFill>
                      <a:srgbClr val="FBFAF6"/>
                    </a:solidFill>
                  </a:tcPr>
                </a:tc>
                <a:tc>
                  <a:txBody>
                    <a:bodyPr/>
                    <a:lstStyle/>
                    <a:p>
                      <a:r>
                        <a:rPr lang="vi-VN" sz="1800" b="0">
                          <a:solidFill>
                            <a:srgbClr val="1C1A17"/>
                          </a:solidFill>
                          <a:latin typeface="Arial"/>
                          <a:ea typeface="Arial"/>
                          <a:cs typeface="Arial"/>
                        </a:rPr>
                        <a:t>1</a:t>
                      </a:r>
                      <a:r>
                        <a:rPr lang="en-US" sz="1800" b="0">
                          <a:solidFill>
                            <a:srgbClr val="1C1A17"/>
                          </a:solidFill>
                          <a:latin typeface="Arial"/>
                          <a:ea typeface="Arial"/>
                          <a:cs typeface="Arial"/>
                        </a:rPr>
                        <a:t>00%</a:t>
                      </a:r>
                      <a:endParaRPr sz="1800" b="0" dirty="0">
                        <a:solidFill>
                          <a:srgbClr val="1C1A17"/>
                        </a:solidFill>
                        <a:latin typeface="Arial"/>
                        <a:ea typeface="Arial"/>
                        <a:cs typeface="Arial"/>
                      </a:endParaRPr>
                    </a:p>
                  </a:txBody>
                  <a:tcPr anchor="ctr">
                    <a:solidFill>
                      <a:srgbClr val="FBFAF6"/>
                    </a:solidFill>
                  </a:tcPr>
                </a:tc>
                <a:extLst>
                  <a:ext uri="{0D108BD9-81ED-4DB2-BD59-A6C34878D82A}">
                    <a16:rowId xmlns:a16="http://schemas.microsoft.com/office/drawing/2014/main" val="10001"/>
                  </a:ext>
                </a:extLst>
              </a:tr>
              <a:tr h="585107">
                <a:tc>
                  <a:txBody>
                    <a:bodyPr/>
                    <a:lstStyle/>
                    <a:p>
                      <a:r>
                        <a:rPr sz="1800" b="0" dirty="0" err="1">
                          <a:solidFill>
                            <a:srgbClr val="1C1A17"/>
                          </a:solidFill>
                          <a:latin typeface="Arial"/>
                          <a:ea typeface="Arial"/>
                          <a:cs typeface="Arial"/>
                        </a:rPr>
                        <a:t>Nguyễn</a:t>
                      </a:r>
                      <a:r>
                        <a:rPr sz="1800" b="0" dirty="0">
                          <a:solidFill>
                            <a:srgbClr val="1C1A17"/>
                          </a:solidFill>
                          <a:latin typeface="Arial"/>
                          <a:ea typeface="Arial"/>
                          <a:cs typeface="Arial"/>
                        </a:rPr>
                        <a:t> </a:t>
                      </a:r>
                      <a:r>
                        <a:rPr sz="1800" b="0" dirty="0" err="1">
                          <a:solidFill>
                            <a:srgbClr val="1C1A17"/>
                          </a:solidFill>
                          <a:latin typeface="Arial"/>
                          <a:ea typeface="Arial"/>
                          <a:cs typeface="Arial"/>
                        </a:rPr>
                        <a:t>Thị</a:t>
                      </a:r>
                      <a:r>
                        <a:rPr sz="1800" b="0" dirty="0">
                          <a:solidFill>
                            <a:srgbClr val="1C1A17"/>
                          </a:solidFill>
                          <a:latin typeface="Arial"/>
                          <a:ea typeface="Arial"/>
                          <a:cs typeface="Arial"/>
                        </a:rPr>
                        <a:t> </a:t>
                      </a:r>
                      <a:r>
                        <a:rPr sz="1800" b="0" dirty="0" err="1">
                          <a:solidFill>
                            <a:srgbClr val="1C1A17"/>
                          </a:solidFill>
                          <a:latin typeface="Arial"/>
                          <a:ea typeface="Arial"/>
                          <a:cs typeface="Arial"/>
                        </a:rPr>
                        <a:t>Quỳnh</a:t>
                      </a:r>
                      <a:r>
                        <a:rPr sz="1800" b="0" dirty="0">
                          <a:solidFill>
                            <a:srgbClr val="1C1A17"/>
                          </a:solidFill>
                          <a:latin typeface="Arial"/>
                          <a:ea typeface="Arial"/>
                          <a:cs typeface="Arial"/>
                        </a:rPr>
                        <a:t> </a:t>
                      </a:r>
                      <a:r>
                        <a:rPr sz="1800" b="0" dirty="0" err="1">
                          <a:solidFill>
                            <a:srgbClr val="1C1A17"/>
                          </a:solidFill>
                          <a:latin typeface="Arial"/>
                          <a:ea typeface="Arial"/>
                          <a:cs typeface="Arial"/>
                        </a:rPr>
                        <a:t>Hân</a:t>
                      </a:r>
                      <a:endParaRPr sz="1800" b="0" dirty="0">
                        <a:solidFill>
                          <a:srgbClr val="1C1A17"/>
                        </a:solidFill>
                        <a:latin typeface="Arial"/>
                        <a:ea typeface="Arial"/>
                        <a:cs typeface="Arial"/>
                      </a:endParaRPr>
                    </a:p>
                  </a:txBody>
                  <a:tcPr anchor="ctr">
                    <a:solidFill>
                      <a:srgbClr val="FBFAF6"/>
                    </a:solidFill>
                  </a:tcPr>
                </a:tc>
                <a:tc>
                  <a:txBody>
                    <a:bodyPr/>
                    <a:lstStyle/>
                    <a:p>
                      <a:r>
                        <a:rPr sz="1800" b="0" dirty="0">
                          <a:solidFill>
                            <a:srgbClr val="1C1A17"/>
                          </a:solidFill>
                          <a:latin typeface="Arial"/>
                          <a:ea typeface="Arial"/>
                          <a:cs typeface="Arial"/>
                        </a:rPr>
                        <a:t>Explore/Path detail; BE, FE, Full-stack, UX</a:t>
                      </a:r>
                    </a:p>
                  </a:txBody>
                  <a:tcPr anchor="ctr">
                    <a:solidFill>
                      <a:srgbClr val="FBFAF6"/>
                    </a:solidFill>
                  </a:tcPr>
                </a:tc>
                <a:tc>
                  <a:txBody>
                    <a:bodyPr/>
                    <a:lstStyle/>
                    <a:p>
                      <a:r>
                        <a:rPr lang="en-US" sz="2000" b="0" u="none" strike="noStrike" kern="1200" dirty="0">
                          <a:solidFill>
                            <a:srgbClr val="000000"/>
                          </a:solidFill>
                          <a:effectLst/>
                          <a:latin typeface="Lexend" panose="020B0604020202020204" charset="0"/>
                        </a:rPr>
                        <a:t>24520013</a:t>
                      </a:r>
                      <a:endParaRPr sz="2000" b="0" dirty="0">
                        <a:solidFill>
                          <a:srgbClr val="1C1A17"/>
                        </a:solidFill>
                        <a:latin typeface="Arial"/>
                        <a:ea typeface="Arial"/>
                        <a:cs typeface="Arial"/>
                      </a:endParaRPr>
                    </a:p>
                  </a:txBody>
                  <a:tcPr anchor="ctr">
                    <a:solidFill>
                      <a:srgbClr val="FBFAF6"/>
                    </a:solidFill>
                  </a:tcPr>
                </a:tc>
                <a:tc>
                  <a:txBody>
                    <a:bodyPr/>
                    <a:lstStyle/>
                    <a:p>
                      <a:r>
                        <a:rPr lang="vi-VN" sz="1800" b="0" dirty="0">
                          <a:solidFill>
                            <a:srgbClr val="1C1A17"/>
                          </a:solidFill>
                          <a:latin typeface="Arial"/>
                          <a:ea typeface="Arial"/>
                          <a:cs typeface="Arial"/>
                        </a:rPr>
                        <a:t>100%</a:t>
                      </a:r>
                    </a:p>
                  </a:txBody>
                  <a:tcPr anchor="ctr">
                    <a:solidFill>
                      <a:srgbClr val="FBFAF6"/>
                    </a:solidFill>
                  </a:tcPr>
                </a:tc>
                <a:extLst>
                  <a:ext uri="{0D108BD9-81ED-4DB2-BD59-A6C34878D82A}">
                    <a16:rowId xmlns:a16="http://schemas.microsoft.com/office/drawing/2014/main" val="10002"/>
                  </a:ext>
                </a:extLst>
              </a:tr>
              <a:tr h="585107">
                <a:tc>
                  <a:txBody>
                    <a:bodyPr/>
                    <a:lstStyle/>
                    <a:p>
                      <a:r>
                        <a:rPr sz="1800" b="0">
                          <a:solidFill>
                            <a:srgbClr val="1C1A17"/>
                          </a:solidFill>
                          <a:latin typeface="Arial"/>
                          <a:ea typeface="Arial"/>
                          <a:cs typeface="Arial"/>
                        </a:rPr>
                        <a:t>Phạm Công Định</a:t>
                      </a:r>
                    </a:p>
                  </a:txBody>
                  <a:tcPr anchor="ctr">
                    <a:solidFill>
                      <a:srgbClr val="FBFAF6"/>
                    </a:solidFill>
                  </a:tcPr>
                </a:tc>
                <a:tc>
                  <a:txBody>
                    <a:bodyPr/>
                    <a:lstStyle/>
                    <a:p>
                      <a:r>
                        <a:rPr sz="1800" b="0" dirty="0">
                          <a:solidFill>
                            <a:srgbClr val="1C1A17"/>
                          </a:solidFill>
                          <a:latin typeface="Arial"/>
                          <a:ea typeface="Arial"/>
                          <a:cs typeface="Arial"/>
                        </a:rPr>
                        <a:t>My roadmap/planner; Mobile </a:t>
                      </a:r>
                      <a:r>
                        <a:rPr sz="1800" b="0" dirty="0" err="1">
                          <a:solidFill>
                            <a:srgbClr val="1C1A17"/>
                          </a:solidFill>
                          <a:latin typeface="Arial"/>
                          <a:ea typeface="Arial"/>
                          <a:cs typeface="Arial"/>
                        </a:rPr>
                        <a:t>và</a:t>
                      </a:r>
                      <a:r>
                        <a:rPr sz="1800" b="0" dirty="0">
                          <a:solidFill>
                            <a:srgbClr val="1C1A17"/>
                          </a:solidFill>
                          <a:latin typeface="Arial"/>
                          <a:ea typeface="Arial"/>
                          <a:cs typeface="Arial"/>
                        </a:rPr>
                        <a:t> Game; QA</a:t>
                      </a:r>
                    </a:p>
                  </a:txBody>
                  <a:tcPr anchor="ctr">
                    <a:solidFill>
                      <a:srgbClr val="FBFAF6"/>
                    </a:solidFill>
                  </a:tcPr>
                </a:tc>
                <a:tc>
                  <a:txBody>
                    <a:bodyPr/>
                    <a:lstStyle/>
                    <a:p>
                      <a:r>
                        <a:rPr lang="en-US" sz="2000" b="0" u="none" strike="noStrike" kern="1200" dirty="0">
                          <a:solidFill>
                            <a:srgbClr val="000000"/>
                          </a:solidFill>
                          <a:effectLst/>
                          <a:latin typeface="Lexend" panose="020B0604020202020204" charset="0"/>
                        </a:rPr>
                        <a:t>24520306</a:t>
                      </a:r>
                      <a:endParaRPr sz="2000" b="0" dirty="0">
                        <a:solidFill>
                          <a:srgbClr val="1C1A17"/>
                        </a:solidFill>
                        <a:latin typeface="Arial"/>
                        <a:ea typeface="Arial"/>
                        <a:cs typeface="Arial"/>
                      </a:endParaRPr>
                    </a:p>
                  </a:txBody>
                  <a:tcPr anchor="ctr">
                    <a:solidFill>
                      <a:srgbClr val="FBFAF6"/>
                    </a:solidFill>
                  </a:tcPr>
                </a:tc>
                <a:tc>
                  <a:txBody>
                    <a:bodyPr/>
                    <a:lstStyle/>
                    <a:p>
                      <a:r>
                        <a:rPr lang="vi-VN" sz="1800" b="0" dirty="0">
                          <a:solidFill>
                            <a:srgbClr val="1C1A17"/>
                          </a:solidFill>
                          <a:latin typeface="Arial"/>
                          <a:ea typeface="Arial"/>
                          <a:cs typeface="Arial"/>
                        </a:rPr>
                        <a:t>100%</a:t>
                      </a:r>
                    </a:p>
                  </a:txBody>
                  <a:tcPr anchor="ctr">
                    <a:solidFill>
                      <a:srgbClr val="FBFAF6"/>
                    </a:solidFill>
                  </a:tcPr>
                </a:tc>
                <a:extLst>
                  <a:ext uri="{0D108BD9-81ED-4DB2-BD59-A6C34878D82A}">
                    <a16:rowId xmlns:a16="http://schemas.microsoft.com/office/drawing/2014/main" val="10003"/>
                  </a:ext>
                </a:extLst>
              </a:tr>
              <a:tr h="585107">
                <a:tc>
                  <a:txBody>
                    <a:bodyPr/>
                    <a:lstStyle/>
                    <a:p>
                      <a:r>
                        <a:rPr sz="1800" b="0" dirty="0">
                          <a:solidFill>
                            <a:srgbClr val="1C1A17"/>
                          </a:solidFill>
                          <a:latin typeface="Arial"/>
                          <a:ea typeface="Arial"/>
                          <a:cs typeface="Arial"/>
                        </a:rPr>
                        <a:t>Chung Minh </a:t>
                      </a:r>
                      <a:r>
                        <a:rPr sz="1800" b="0" dirty="0" err="1">
                          <a:solidFill>
                            <a:srgbClr val="1C1A17"/>
                          </a:solidFill>
                          <a:latin typeface="Arial"/>
                          <a:ea typeface="Arial"/>
                          <a:cs typeface="Arial"/>
                        </a:rPr>
                        <a:t>Hiếu</a:t>
                      </a:r>
                      <a:endParaRPr sz="1800" b="0" dirty="0">
                        <a:solidFill>
                          <a:srgbClr val="1C1A17"/>
                        </a:solidFill>
                        <a:latin typeface="Arial"/>
                        <a:ea typeface="Arial"/>
                        <a:cs typeface="Arial"/>
                      </a:endParaRPr>
                    </a:p>
                  </a:txBody>
                  <a:tcPr anchor="ctr">
                    <a:solidFill>
                      <a:srgbClr val="FBFAF6"/>
                    </a:solidFill>
                  </a:tcPr>
                </a:tc>
                <a:tc>
                  <a:txBody>
                    <a:bodyPr/>
                    <a:lstStyle/>
                    <a:p>
                      <a:r>
                        <a:rPr sz="1800" b="0">
                          <a:solidFill>
                            <a:srgbClr val="1C1A17"/>
                          </a:solidFill>
                          <a:latin typeface="Arial"/>
                          <a:ea typeface="Arial"/>
                          <a:cs typeface="Arial"/>
                        </a:rPr>
                        <a:t>My plan, tiến độ/tuần; DS, ML, MLOps, AI</a:t>
                      </a:r>
                    </a:p>
                  </a:txBody>
                  <a:tcPr anchor="ctr">
                    <a:solidFill>
                      <a:srgbClr val="FBFAF6"/>
                    </a:solidFill>
                  </a:tcPr>
                </a:tc>
                <a:tc>
                  <a:txBody>
                    <a:bodyPr/>
                    <a:lstStyle/>
                    <a:p>
                      <a:r>
                        <a:rPr lang="en-US" sz="2000" b="0" u="none" strike="noStrike" kern="1200" dirty="0">
                          <a:solidFill>
                            <a:srgbClr val="000000"/>
                          </a:solidFill>
                          <a:effectLst/>
                          <a:latin typeface="Lexend" panose="020B0604020202020204" charset="0"/>
                        </a:rPr>
                        <a:t>24520486</a:t>
                      </a:r>
                      <a:endParaRPr sz="2000" b="0" dirty="0">
                        <a:solidFill>
                          <a:srgbClr val="1C1A17"/>
                        </a:solidFill>
                        <a:latin typeface="Arial"/>
                        <a:ea typeface="Arial"/>
                        <a:cs typeface="Arial"/>
                      </a:endParaRPr>
                    </a:p>
                  </a:txBody>
                  <a:tcPr anchor="ctr">
                    <a:solidFill>
                      <a:srgbClr val="FBFAF6"/>
                    </a:solidFill>
                  </a:tcPr>
                </a:tc>
                <a:tc>
                  <a:txBody>
                    <a:bodyPr/>
                    <a:lstStyle/>
                    <a:p>
                      <a:r>
                        <a:rPr lang="vi-VN" sz="1800" b="0">
                          <a:solidFill>
                            <a:srgbClr val="1C1A17"/>
                          </a:solidFill>
                          <a:latin typeface="Arial"/>
                          <a:ea typeface="Arial"/>
                          <a:cs typeface="Arial"/>
                        </a:rPr>
                        <a:t>100%</a:t>
                      </a:r>
                      <a:endParaRPr lang="vi-VN" sz="1800" b="0" dirty="0">
                        <a:solidFill>
                          <a:srgbClr val="1C1A17"/>
                        </a:solidFill>
                        <a:latin typeface="Arial"/>
                        <a:ea typeface="Arial"/>
                        <a:cs typeface="Arial"/>
                      </a:endParaRPr>
                    </a:p>
                  </a:txBody>
                  <a:tcPr anchor="ctr">
                    <a:solidFill>
                      <a:srgbClr val="FBFAF6"/>
                    </a:solidFill>
                  </a:tcPr>
                </a:tc>
                <a:extLst>
                  <a:ext uri="{0D108BD9-81ED-4DB2-BD59-A6C34878D82A}">
                    <a16:rowId xmlns:a16="http://schemas.microsoft.com/office/drawing/2014/main" val="10004"/>
                  </a:ext>
                </a:extLst>
              </a:tr>
              <a:tr h="585107">
                <a:tc>
                  <a:txBody>
                    <a:bodyPr/>
                    <a:lstStyle/>
                    <a:p>
                      <a:r>
                        <a:rPr sz="1800" b="0" dirty="0">
                          <a:solidFill>
                            <a:srgbClr val="1C1A17"/>
                          </a:solidFill>
                          <a:latin typeface="Arial"/>
                          <a:ea typeface="Arial"/>
                          <a:cs typeface="Arial"/>
                        </a:rPr>
                        <a:t>Lê </a:t>
                      </a:r>
                      <a:r>
                        <a:rPr sz="1800" b="0" dirty="0" err="1">
                          <a:solidFill>
                            <a:srgbClr val="1C1A17"/>
                          </a:solidFill>
                          <a:latin typeface="Arial"/>
                          <a:ea typeface="Arial"/>
                          <a:cs typeface="Arial"/>
                        </a:rPr>
                        <a:t>Nguyễn</a:t>
                      </a:r>
                      <a:r>
                        <a:rPr sz="1800" b="0" dirty="0">
                          <a:solidFill>
                            <a:srgbClr val="1C1A17"/>
                          </a:solidFill>
                          <a:latin typeface="Arial"/>
                          <a:ea typeface="Arial"/>
                          <a:cs typeface="Arial"/>
                        </a:rPr>
                        <a:t> </a:t>
                      </a:r>
                      <a:r>
                        <a:rPr sz="1800" b="0" dirty="0" err="1">
                          <a:solidFill>
                            <a:srgbClr val="1C1A17"/>
                          </a:solidFill>
                          <a:latin typeface="Arial"/>
                          <a:ea typeface="Arial"/>
                          <a:cs typeface="Arial"/>
                        </a:rPr>
                        <a:t>Hữu</a:t>
                      </a:r>
                      <a:r>
                        <a:rPr sz="1800" b="0" dirty="0">
                          <a:solidFill>
                            <a:srgbClr val="1C1A17"/>
                          </a:solidFill>
                          <a:latin typeface="Arial"/>
                          <a:ea typeface="Arial"/>
                          <a:cs typeface="Arial"/>
                        </a:rPr>
                        <a:t> </a:t>
                      </a:r>
                      <a:r>
                        <a:rPr sz="1800" b="0" dirty="0" err="1">
                          <a:solidFill>
                            <a:srgbClr val="1C1A17"/>
                          </a:solidFill>
                          <a:latin typeface="Arial"/>
                          <a:ea typeface="Arial"/>
                          <a:cs typeface="Arial"/>
                        </a:rPr>
                        <a:t>Hiếu</a:t>
                      </a:r>
                      <a:endParaRPr sz="1800" b="0" dirty="0">
                        <a:solidFill>
                          <a:srgbClr val="1C1A17"/>
                        </a:solidFill>
                        <a:latin typeface="Arial"/>
                        <a:ea typeface="Arial"/>
                        <a:cs typeface="Arial"/>
                      </a:endParaRPr>
                    </a:p>
                  </a:txBody>
                  <a:tcPr anchor="ctr">
                    <a:solidFill>
                      <a:srgbClr val="FBFAF6"/>
                    </a:solidFill>
                  </a:tcPr>
                </a:tc>
                <a:tc>
                  <a:txBody>
                    <a:bodyPr/>
                    <a:lstStyle/>
                    <a:p>
                      <a:r>
                        <a:rPr sz="1800" b="0" dirty="0">
                          <a:solidFill>
                            <a:srgbClr val="1C1A17"/>
                          </a:solidFill>
                          <a:latin typeface="Arial"/>
                          <a:ea typeface="Arial"/>
                          <a:cs typeface="Arial"/>
                        </a:rPr>
                        <a:t>Profile/</a:t>
                      </a:r>
                      <a:r>
                        <a:rPr sz="1800" b="0" dirty="0" err="1">
                          <a:solidFill>
                            <a:srgbClr val="1C1A17"/>
                          </a:solidFill>
                          <a:latin typeface="Arial"/>
                          <a:ea typeface="Arial"/>
                          <a:cs typeface="Arial"/>
                        </a:rPr>
                        <a:t>nhịp</a:t>
                      </a:r>
                      <a:r>
                        <a:rPr sz="1800" b="0" dirty="0">
                          <a:solidFill>
                            <a:srgbClr val="1C1A17"/>
                          </a:solidFill>
                          <a:latin typeface="Arial"/>
                          <a:ea typeface="Arial"/>
                          <a:cs typeface="Arial"/>
                        </a:rPr>
                        <a:t> </a:t>
                      </a:r>
                      <a:r>
                        <a:rPr sz="1800" b="0" dirty="0" err="1">
                          <a:solidFill>
                            <a:srgbClr val="1C1A17"/>
                          </a:solidFill>
                          <a:latin typeface="Arial"/>
                          <a:ea typeface="Arial"/>
                          <a:cs typeface="Arial"/>
                        </a:rPr>
                        <a:t>học</a:t>
                      </a:r>
                      <a:r>
                        <a:rPr sz="1800" b="0" dirty="0">
                          <a:solidFill>
                            <a:srgbClr val="1C1A17"/>
                          </a:solidFill>
                          <a:latin typeface="Arial"/>
                          <a:ea typeface="Arial"/>
                          <a:cs typeface="Arial"/>
                        </a:rPr>
                        <a:t>; Analyst, BI, DE, BA</a:t>
                      </a:r>
                    </a:p>
                  </a:txBody>
                  <a:tcPr anchor="ctr">
                    <a:solidFill>
                      <a:srgbClr val="FBFAF6"/>
                    </a:solidFill>
                  </a:tcPr>
                </a:tc>
                <a:tc>
                  <a:txBody>
                    <a:bodyPr/>
                    <a:lstStyle/>
                    <a:p>
                      <a:r>
                        <a:rPr lang="en-US" sz="2000" b="0" u="none" strike="noStrike" kern="1200" dirty="0">
                          <a:solidFill>
                            <a:srgbClr val="000000"/>
                          </a:solidFill>
                          <a:effectLst/>
                          <a:latin typeface="Lexend" panose="020B0604020202020204" charset="0"/>
                        </a:rPr>
                        <a:t>24520495</a:t>
                      </a:r>
                      <a:endParaRPr sz="2000" b="0" dirty="0">
                        <a:solidFill>
                          <a:srgbClr val="1C1A17"/>
                        </a:solidFill>
                        <a:latin typeface="Arial"/>
                        <a:ea typeface="Arial"/>
                        <a:cs typeface="Arial"/>
                      </a:endParaRPr>
                    </a:p>
                  </a:txBody>
                  <a:tcPr anchor="ctr">
                    <a:solidFill>
                      <a:srgbClr val="FBFAF6"/>
                    </a:solidFill>
                  </a:tcPr>
                </a:tc>
                <a:tc>
                  <a:txBody>
                    <a:bodyPr/>
                    <a:lstStyle/>
                    <a:p>
                      <a:r>
                        <a:rPr lang="vi-VN" sz="1800" b="0">
                          <a:solidFill>
                            <a:srgbClr val="1C1A17"/>
                          </a:solidFill>
                          <a:latin typeface="Arial"/>
                          <a:ea typeface="Arial"/>
                          <a:cs typeface="Arial"/>
                        </a:rPr>
                        <a:t>100%</a:t>
                      </a:r>
                      <a:endParaRPr lang="vi-VN" sz="1800" b="0" dirty="0">
                        <a:solidFill>
                          <a:srgbClr val="1C1A17"/>
                        </a:solidFill>
                        <a:latin typeface="Arial"/>
                        <a:ea typeface="Arial"/>
                        <a:cs typeface="Arial"/>
                      </a:endParaRPr>
                    </a:p>
                  </a:txBody>
                  <a:tcPr anchor="ctr">
                    <a:solidFill>
                      <a:srgbClr val="FBFAF6"/>
                    </a:solidFill>
                  </a:tcPr>
                </a:tc>
                <a:extLst>
                  <a:ext uri="{0D108BD9-81ED-4DB2-BD59-A6C34878D82A}">
                    <a16:rowId xmlns:a16="http://schemas.microsoft.com/office/drawing/2014/main" val="10005"/>
                  </a:ext>
                </a:extLst>
              </a:tr>
              <a:tr h="585107">
                <a:tc>
                  <a:txBody>
                    <a:bodyPr/>
                    <a:lstStyle/>
                    <a:p>
                      <a:r>
                        <a:rPr sz="1800" b="0" dirty="0" err="1">
                          <a:solidFill>
                            <a:srgbClr val="1C1A17"/>
                          </a:solidFill>
                          <a:latin typeface="Arial"/>
                          <a:ea typeface="Arial"/>
                          <a:cs typeface="Arial"/>
                        </a:rPr>
                        <a:t>Triệu</a:t>
                      </a:r>
                      <a:r>
                        <a:rPr sz="1800" b="0" dirty="0">
                          <a:solidFill>
                            <a:srgbClr val="1C1A17"/>
                          </a:solidFill>
                          <a:latin typeface="Arial"/>
                          <a:ea typeface="Arial"/>
                          <a:cs typeface="Arial"/>
                        </a:rPr>
                        <a:t> Quang </a:t>
                      </a:r>
                      <a:r>
                        <a:rPr sz="1800" b="0" dirty="0" err="1">
                          <a:solidFill>
                            <a:srgbClr val="1C1A17"/>
                          </a:solidFill>
                          <a:latin typeface="Arial"/>
                          <a:ea typeface="Arial"/>
                          <a:cs typeface="Arial"/>
                        </a:rPr>
                        <a:t>Huy</a:t>
                      </a:r>
                      <a:endParaRPr sz="1800" b="0" dirty="0">
                        <a:solidFill>
                          <a:srgbClr val="1C1A17"/>
                        </a:solidFill>
                        <a:latin typeface="Arial"/>
                        <a:ea typeface="Arial"/>
                        <a:cs typeface="Arial"/>
                      </a:endParaRPr>
                    </a:p>
                  </a:txBody>
                  <a:tcPr anchor="ctr">
                    <a:solidFill>
                      <a:srgbClr val="FBFAF6"/>
                    </a:solidFill>
                  </a:tcPr>
                </a:tc>
                <a:tc>
                  <a:txBody>
                    <a:bodyPr/>
                    <a:lstStyle/>
                    <a:p>
                      <a:r>
                        <a:rPr sz="1800" b="0">
                          <a:solidFill>
                            <a:srgbClr val="1C1A17"/>
                          </a:solidFill>
                          <a:latin typeface="Arial"/>
                          <a:ea typeface="Arial"/>
                          <a:cs typeface="Arial"/>
                        </a:rPr>
                        <a:t>Lưu trữ, backup/import/migration; hạ tầng, QA</a:t>
                      </a:r>
                    </a:p>
                  </a:txBody>
                  <a:tcPr anchor="ctr">
                    <a:solidFill>
                      <a:srgbClr val="FBFAF6"/>
                    </a:solidFill>
                  </a:tcPr>
                </a:tc>
                <a:tc>
                  <a:txBody>
                    <a:bodyPr/>
                    <a:lstStyle/>
                    <a:p>
                      <a:r>
                        <a:rPr lang="en-US" sz="2000" b="0" u="none" strike="noStrike" kern="1200" dirty="0">
                          <a:solidFill>
                            <a:srgbClr val="000000"/>
                          </a:solidFill>
                          <a:effectLst/>
                          <a:latin typeface="Lexend" panose="020B0604020202020204" charset="0"/>
                        </a:rPr>
                        <a:t>24520708</a:t>
                      </a:r>
                      <a:endParaRPr sz="2000" b="0" dirty="0">
                        <a:solidFill>
                          <a:srgbClr val="1C1A17"/>
                        </a:solidFill>
                        <a:latin typeface="Arial"/>
                        <a:ea typeface="Arial"/>
                        <a:cs typeface="Arial"/>
                      </a:endParaRPr>
                    </a:p>
                  </a:txBody>
                  <a:tcPr anchor="ctr">
                    <a:solidFill>
                      <a:srgbClr val="FBFAF6"/>
                    </a:solidFill>
                  </a:tcPr>
                </a:tc>
                <a:tc>
                  <a:txBody>
                    <a:bodyPr/>
                    <a:lstStyle/>
                    <a:p>
                      <a:r>
                        <a:rPr lang="vi-VN" sz="1800" b="0" dirty="0">
                          <a:solidFill>
                            <a:srgbClr val="1C1A17"/>
                          </a:solidFill>
                          <a:latin typeface="Arial"/>
                          <a:ea typeface="Arial"/>
                          <a:cs typeface="Arial"/>
                        </a:rPr>
                        <a:t>100%</a:t>
                      </a:r>
                    </a:p>
                  </a:txBody>
                  <a:tcPr anchor="ctr">
                    <a:solidFill>
                      <a:srgbClr val="FBFAF6"/>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7726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C7361B"/>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435cb04-f6d5-406d-ae4a-f3de011e2df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ài liệu" ma:contentTypeID="0x010100A688B32BB7E37348A11C099B9383F9A4" ma:contentTypeVersion="6" ma:contentTypeDescription="Tạo tài liệu mới." ma:contentTypeScope="" ma:versionID="277018c55cd2c6eb30b578d69d639d2c">
  <xsd:schema xmlns:xsd="http://www.w3.org/2001/XMLSchema" xmlns:xs="http://www.w3.org/2001/XMLSchema" xmlns:p="http://schemas.microsoft.com/office/2006/metadata/properties" xmlns:ns3="1435cb04-f6d5-406d-ae4a-f3de011e2df5" targetNamespace="http://schemas.microsoft.com/office/2006/metadata/properties" ma:root="true" ma:fieldsID="bf8686918d11630e66fe0c135a1c57ff" ns3:_="">
    <xsd:import namespace="1435cb04-f6d5-406d-ae4a-f3de011e2df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35cb04-f6d5-406d-ae4a-f3de011e2df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6E0ED9-0C44-4A7F-8965-EC1E7E198629}">
  <ds:schemaRefs>
    <ds:schemaRef ds:uri="http://purl.org/dc/dcmitype/"/>
    <ds:schemaRef ds:uri="http://schemas.openxmlformats.org/package/2006/metadata/core-properties"/>
    <ds:schemaRef ds:uri="1435cb04-f6d5-406d-ae4a-f3de011e2df5"/>
    <ds:schemaRef ds:uri="http://schemas.microsoft.com/office/2006/documentManagement/types"/>
    <ds:schemaRef ds:uri="http://purl.org/dc/terms/"/>
    <ds:schemaRef ds:uri="http://www.w3.org/XML/1998/namespace"/>
    <ds:schemaRef ds:uri="http://purl.org/dc/elements/1.1/"/>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A9C24794-2191-444E-8890-CDA9F393EE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35cb04-f6d5-406d-ae4a-f3de011e2d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070D2E-DD72-496B-9EF0-182EB974D99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114</TotalTime>
  <Words>1138</Words>
  <Application>Microsoft Office PowerPoint</Application>
  <PresentationFormat>Widescreen</PresentationFormat>
  <Paragraphs>189</Paragraphs>
  <Slides>14</Slides>
  <Notes>11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Lexend</vt:lpstr>
      <vt:lpstr>Lexend SemiBold</vt:lpstr>
      <vt:lpstr>Arial</vt:lpstr>
      <vt:lpstr>Lexend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Dingglebell ‎</dc:creator>
  <cp:lastModifiedBy>Phạm Tuấn Hải</cp:lastModifiedBy>
  <cp:revision>21</cp:revision>
  <dcterms:created xsi:type="dcterms:W3CDTF">2026-10-11T11:11:53Z</dcterms:created>
  <dcterms:modified xsi:type="dcterms:W3CDTF">2026-10-26T11:03:09Z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0x010100A688B32BB7E37348A11C099B9383F9A4</vt:lpwstr>
  </property>
</Properties>
</file>